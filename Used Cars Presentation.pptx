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6" r:id="rId10"/>
    <p:sldId id="267" r:id="rId11"/>
    <p:sldId id="268" r:id="rId12"/>
    <p:sldId id="269"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4ECA13-B533-4905-8DD2-3CB1264F49B4}" v="20" dt="2022-09-25T08:46:09.5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sem Mohamed Abodraiaa" userId="35cacfa2-8715-4c98-9f7c-8e23eb79d398" providerId="ADAL" clId="{704ECA13-B533-4905-8DD2-3CB1264F49B4}"/>
    <pc:docChg chg="undo custSel addSld delSld modSld">
      <pc:chgData name="Basem Mohamed Abodraiaa" userId="35cacfa2-8715-4c98-9f7c-8e23eb79d398" providerId="ADAL" clId="{704ECA13-B533-4905-8DD2-3CB1264F49B4}" dt="2022-09-25T08:49:14.092" v="626" actId="478"/>
      <pc:docMkLst>
        <pc:docMk/>
      </pc:docMkLst>
      <pc:sldChg chg="addSp delSp modSp new mod setBg setClrOvrMap delDesignElem">
        <pc:chgData name="Basem Mohamed Abodraiaa" userId="35cacfa2-8715-4c98-9f7c-8e23eb79d398" providerId="ADAL" clId="{704ECA13-B533-4905-8DD2-3CB1264F49B4}" dt="2022-09-25T08:29:08.860" v="176"/>
        <pc:sldMkLst>
          <pc:docMk/>
          <pc:sldMk cId="406597125" sldId="256"/>
        </pc:sldMkLst>
        <pc:spChg chg="mod">
          <ac:chgData name="Basem Mohamed Abodraiaa" userId="35cacfa2-8715-4c98-9f7c-8e23eb79d398" providerId="ADAL" clId="{704ECA13-B533-4905-8DD2-3CB1264F49B4}" dt="2022-09-25T08:21:24.273" v="55" actId="115"/>
          <ac:spMkLst>
            <pc:docMk/>
            <pc:sldMk cId="406597125" sldId="256"/>
            <ac:spMk id="2" creationId="{D6335BBA-FA91-4DF8-B26B-9A8F07D9BDC5}"/>
          </ac:spMkLst>
        </pc:spChg>
        <pc:spChg chg="mod">
          <ac:chgData name="Basem Mohamed Abodraiaa" userId="35cacfa2-8715-4c98-9f7c-8e23eb79d398" providerId="ADAL" clId="{704ECA13-B533-4905-8DD2-3CB1264F49B4}" dt="2022-09-25T08:20:55.696" v="53" actId="20577"/>
          <ac:spMkLst>
            <pc:docMk/>
            <pc:sldMk cId="406597125" sldId="256"/>
            <ac:spMk id="3" creationId="{3393967C-5966-4421-9FD8-6B2B802140C4}"/>
          </ac:spMkLst>
        </pc:spChg>
        <pc:spChg chg="add del">
          <ac:chgData name="Basem Mohamed Abodraiaa" userId="35cacfa2-8715-4c98-9f7c-8e23eb79d398" providerId="ADAL" clId="{704ECA13-B533-4905-8DD2-3CB1264F49B4}" dt="2022-09-25T08:29:08.860" v="176"/>
          <ac:spMkLst>
            <pc:docMk/>
            <pc:sldMk cId="406597125" sldId="256"/>
            <ac:spMk id="12" creationId="{0671A8AE-40A1-4631-A6B8-581AFF065482}"/>
          </ac:spMkLst>
        </pc:spChg>
        <pc:spChg chg="add del">
          <ac:chgData name="Basem Mohamed Abodraiaa" userId="35cacfa2-8715-4c98-9f7c-8e23eb79d398" providerId="ADAL" clId="{704ECA13-B533-4905-8DD2-3CB1264F49B4}" dt="2022-09-25T08:29:08.860" v="176"/>
          <ac:spMkLst>
            <pc:docMk/>
            <pc:sldMk cId="406597125" sldId="256"/>
            <ac:spMk id="14" creationId="{AB58EF07-17C2-48CF-ABB0-EEF1F17CB8F0}"/>
          </ac:spMkLst>
        </pc:spChg>
        <pc:spChg chg="add del">
          <ac:chgData name="Basem Mohamed Abodraiaa" userId="35cacfa2-8715-4c98-9f7c-8e23eb79d398" providerId="ADAL" clId="{704ECA13-B533-4905-8DD2-3CB1264F49B4}" dt="2022-09-25T08:29:08.860" v="176"/>
          <ac:spMkLst>
            <pc:docMk/>
            <pc:sldMk cId="406597125" sldId="256"/>
            <ac:spMk id="16" creationId="{AF2F604E-43BE-4DC3-B983-E071523364F8}"/>
          </ac:spMkLst>
        </pc:spChg>
        <pc:spChg chg="add del">
          <ac:chgData name="Basem Mohamed Abodraiaa" userId="35cacfa2-8715-4c98-9f7c-8e23eb79d398" providerId="ADAL" clId="{704ECA13-B533-4905-8DD2-3CB1264F49B4}" dt="2022-09-25T08:29:08.860" v="176"/>
          <ac:spMkLst>
            <pc:docMk/>
            <pc:sldMk cId="406597125" sldId="256"/>
            <ac:spMk id="18" creationId="{08C9B587-E65E-4B52-B37C-ABEBB6E87928}"/>
          </ac:spMkLst>
        </pc:spChg>
        <pc:picChg chg="add del mod">
          <ac:chgData name="Basem Mohamed Abodraiaa" userId="35cacfa2-8715-4c98-9f7c-8e23eb79d398" providerId="ADAL" clId="{704ECA13-B533-4905-8DD2-3CB1264F49B4}" dt="2022-09-25T08:19:36.836" v="4" actId="478"/>
          <ac:picMkLst>
            <pc:docMk/>
            <pc:sldMk cId="406597125" sldId="256"/>
            <ac:picMk id="5" creationId="{DE017F2D-1857-4A14-BD15-48F9DEF8E1AB}"/>
          </ac:picMkLst>
        </pc:picChg>
        <pc:picChg chg="add mod ord">
          <ac:chgData name="Basem Mohamed Abodraiaa" userId="35cacfa2-8715-4c98-9f7c-8e23eb79d398" providerId="ADAL" clId="{704ECA13-B533-4905-8DD2-3CB1264F49B4}" dt="2022-09-25T08:19:48.933" v="8" actId="26606"/>
          <ac:picMkLst>
            <pc:docMk/>
            <pc:sldMk cId="406597125" sldId="256"/>
            <ac:picMk id="7" creationId="{505A70D2-79F1-4395-8EBF-4E832D365F66}"/>
          </ac:picMkLst>
        </pc:picChg>
      </pc:sldChg>
      <pc:sldChg chg="addSp delSp modSp new mod setBg setClrOvrMap delDesignElem">
        <pc:chgData name="Basem Mohamed Abodraiaa" userId="35cacfa2-8715-4c98-9f7c-8e23eb79d398" providerId="ADAL" clId="{704ECA13-B533-4905-8DD2-3CB1264F49B4}" dt="2022-09-25T08:29:09.093" v="177" actId="27636"/>
        <pc:sldMkLst>
          <pc:docMk/>
          <pc:sldMk cId="880259874" sldId="257"/>
        </pc:sldMkLst>
        <pc:spChg chg="mod ord">
          <ac:chgData name="Basem Mohamed Abodraiaa" userId="35cacfa2-8715-4c98-9f7c-8e23eb79d398" providerId="ADAL" clId="{704ECA13-B533-4905-8DD2-3CB1264F49B4}" dt="2022-09-25T08:22:35.168" v="70" actId="113"/>
          <ac:spMkLst>
            <pc:docMk/>
            <pc:sldMk cId="880259874" sldId="257"/>
            <ac:spMk id="2" creationId="{99450C63-CDC5-4A24-A040-9384646C3AF4}"/>
          </ac:spMkLst>
        </pc:spChg>
        <pc:spChg chg="del">
          <ac:chgData name="Basem Mohamed Abodraiaa" userId="35cacfa2-8715-4c98-9f7c-8e23eb79d398" providerId="ADAL" clId="{704ECA13-B533-4905-8DD2-3CB1264F49B4}" dt="2022-09-25T08:22:12.348" v="57"/>
          <ac:spMkLst>
            <pc:docMk/>
            <pc:sldMk cId="880259874" sldId="257"/>
            <ac:spMk id="3" creationId="{F4C161B7-C134-4B76-B7F9-C65E4268971D}"/>
          </ac:spMkLst>
        </pc:spChg>
        <pc:spChg chg="add mod">
          <ac:chgData name="Basem Mohamed Abodraiaa" userId="35cacfa2-8715-4c98-9f7c-8e23eb79d398" providerId="ADAL" clId="{704ECA13-B533-4905-8DD2-3CB1264F49B4}" dt="2022-09-25T08:29:09.093" v="177" actId="27636"/>
          <ac:spMkLst>
            <pc:docMk/>
            <pc:sldMk cId="880259874" sldId="257"/>
            <ac:spMk id="9" creationId="{7466AE63-E37C-B865-2A29-5438E7690B6E}"/>
          </ac:spMkLst>
        </pc:spChg>
        <pc:spChg chg="add del">
          <ac:chgData name="Basem Mohamed Abodraiaa" userId="35cacfa2-8715-4c98-9f7c-8e23eb79d398" providerId="ADAL" clId="{704ECA13-B533-4905-8DD2-3CB1264F49B4}" dt="2022-09-25T08:29:08.860" v="176"/>
          <ac:spMkLst>
            <pc:docMk/>
            <pc:sldMk cId="880259874" sldId="257"/>
            <ac:spMk id="12" creationId="{5FDF4720-5445-47BE-89FE-E40D1AE6F619}"/>
          </ac:spMkLst>
        </pc:spChg>
        <pc:spChg chg="add del">
          <ac:chgData name="Basem Mohamed Abodraiaa" userId="35cacfa2-8715-4c98-9f7c-8e23eb79d398" providerId="ADAL" clId="{704ECA13-B533-4905-8DD2-3CB1264F49B4}" dt="2022-09-25T08:29:08.860" v="176"/>
          <ac:spMkLst>
            <pc:docMk/>
            <pc:sldMk cId="880259874" sldId="257"/>
            <ac:spMk id="14" creationId="{AC8710B4-A815-4082-9E4F-F13A0007090C}"/>
          </ac:spMkLst>
        </pc:spChg>
        <pc:picChg chg="add mod">
          <ac:chgData name="Basem Mohamed Abodraiaa" userId="35cacfa2-8715-4c98-9f7c-8e23eb79d398" providerId="ADAL" clId="{704ECA13-B533-4905-8DD2-3CB1264F49B4}" dt="2022-09-25T08:22:21.905" v="60" actId="26606"/>
          <ac:picMkLst>
            <pc:docMk/>
            <pc:sldMk cId="880259874" sldId="257"/>
            <ac:picMk id="5" creationId="{992CE00E-0700-43A6-B21F-2E5D172CA6C6}"/>
          </ac:picMkLst>
        </pc:picChg>
      </pc:sldChg>
      <pc:sldChg chg="addSp delSp modSp new mod setBg setClrOvrMap delDesignElem">
        <pc:chgData name="Basem Mohamed Abodraiaa" userId="35cacfa2-8715-4c98-9f7c-8e23eb79d398" providerId="ADAL" clId="{704ECA13-B533-4905-8DD2-3CB1264F49B4}" dt="2022-09-25T08:29:08.860" v="176"/>
        <pc:sldMkLst>
          <pc:docMk/>
          <pc:sldMk cId="356830965" sldId="258"/>
        </pc:sldMkLst>
        <pc:spChg chg="mod">
          <ac:chgData name="Basem Mohamed Abodraiaa" userId="35cacfa2-8715-4c98-9f7c-8e23eb79d398" providerId="ADAL" clId="{704ECA13-B533-4905-8DD2-3CB1264F49B4}" dt="2022-09-25T08:26:32.392" v="139" actId="26606"/>
          <ac:spMkLst>
            <pc:docMk/>
            <pc:sldMk cId="356830965" sldId="258"/>
            <ac:spMk id="2" creationId="{6A86C819-5D85-4EC5-9AD6-91006629AD14}"/>
          </ac:spMkLst>
        </pc:spChg>
        <pc:spChg chg="mod">
          <ac:chgData name="Basem Mohamed Abodraiaa" userId="35cacfa2-8715-4c98-9f7c-8e23eb79d398" providerId="ADAL" clId="{704ECA13-B533-4905-8DD2-3CB1264F49B4}" dt="2022-09-25T08:26:32.392" v="139" actId="26606"/>
          <ac:spMkLst>
            <pc:docMk/>
            <pc:sldMk cId="356830965" sldId="258"/>
            <ac:spMk id="3" creationId="{717B0484-D4A1-45A4-8EAD-B9C18A1035CA}"/>
          </ac:spMkLst>
        </pc:spChg>
        <pc:spChg chg="add del">
          <ac:chgData name="Basem Mohamed Abodraiaa" userId="35cacfa2-8715-4c98-9f7c-8e23eb79d398" providerId="ADAL" clId="{704ECA13-B533-4905-8DD2-3CB1264F49B4}" dt="2022-09-25T08:29:08.860" v="176"/>
          <ac:spMkLst>
            <pc:docMk/>
            <pc:sldMk cId="356830965" sldId="258"/>
            <ac:spMk id="10" creationId="{E862BE82-D00D-42C1-BF16-93AA37870C32}"/>
          </ac:spMkLst>
        </pc:spChg>
        <pc:spChg chg="add del">
          <ac:chgData name="Basem Mohamed Abodraiaa" userId="35cacfa2-8715-4c98-9f7c-8e23eb79d398" providerId="ADAL" clId="{704ECA13-B533-4905-8DD2-3CB1264F49B4}" dt="2022-09-25T08:29:08.860" v="176"/>
          <ac:spMkLst>
            <pc:docMk/>
            <pc:sldMk cId="356830965" sldId="258"/>
            <ac:spMk id="12" creationId="{F6D92C2D-1D3D-4974-918C-06579FB354A9}"/>
          </ac:spMkLst>
        </pc:spChg>
        <pc:picChg chg="add mod">
          <ac:chgData name="Basem Mohamed Abodraiaa" userId="35cacfa2-8715-4c98-9f7c-8e23eb79d398" providerId="ADAL" clId="{704ECA13-B533-4905-8DD2-3CB1264F49B4}" dt="2022-09-25T08:26:32.392" v="139" actId="26606"/>
          <ac:picMkLst>
            <pc:docMk/>
            <pc:sldMk cId="356830965" sldId="258"/>
            <ac:picMk id="5" creationId="{5B1104A8-F1FD-4C91-AAC3-B456928DD52D}"/>
          </ac:picMkLst>
        </pc:picChg>
      </pc:sldChg>
      <pc:sldChg chg="modSp new mod">
        <pc:chgData name="Basem Mohamed Abodraiaa" userId="35cacfa2-8715-4c98-9f7c-8e23eb79d398" providerId="ADAL" clId="{704ECA13-B533-4905-8DD2-3CB1264F49B4}" dt="2022-09-25T08:29:27.069" v="180" actId="255"/>
        <pc:sldMkLst>
          <pc:docMk/>
          <pc:sldMk cId="2887152068" sldId="259"/>
        </pc:sldMkLst>
        <pc:spChg chg="mod">
          <ac:chgData name="Basem Mohamed Abodraiaa" userId="35cacfa2-8715-4c98-9f7c-8e23eb79d398" providerId="ADAL" clId="{704ECA13-B533-4905-8DD2-3CB1264F49B4}" dt="2022-09-25T08:29:08.860" v="176"/>
          <ac:spMkLst>
            <pc:docMk/>
            <pc:sldMk cId="2887152068" sldId="259"/>
            <ac:spMk id="2" creationId="{50B8152A-24B0-495A-BDB4-A65DA974A16E}"/>
          </ac:spMkLst>
        </pc:spChg>
        <pc:spChg chg="mod">
          <ac:chgData name="Basem Mohamed Abodraiaa" userId="35cacfa2-8715-4c98-9f7c-8e23eb79d398" providerId="ADAL" clId="{704ECA13-B533-4905-8DD2-3CB1264F49B4}" dt="2022-09-25T08:29:27.069" v="180" actId="255"/>
          <ac:spMkLst>
            <pc:docMk/>
            <pc:sldMk cId="2887152068" sldId="259"/>
            <ac:spMk id="3" creationId="{CF643C52-BFDD-4B94-BE9F-2CEF635F219D}"/>
          </ac:spMkLst>
        </pc:spChg>
      </pc:sldChg>
      <pc:sldChg chg="addSp delSp modSp new mod">
        <pc:chgData name="Basem Mohamed Abodraiaa" userId="35cacfa2-8715-4c98-9f7c-8e23eb79d398" providerId="ADAL" clId="{704ECA13-B533-4905-8DD2-3CB1264F49B4}" dt="2022-09-25T08:31:46.763" v="204" actId="20577"/>
        <pc:sldMkLst>
          <pc:docMk/>
          <pc:sldMk cId="1433740905" sldId="260"/>
        </pc:sldMkLst>
        <pc:spChg chg="mod">
          <ac:chgData name="Basem Mohamed Abodraiaa" userId="35cacfa2-8715-4c98-9f7c-8e23eb79d398" providerId="ADAL" clId="{704ECA13-B533-4905-8DD2-3CB1264F49B4}" dt="2022-09-25T08:31:46.763" v="204" actId="20577"/>
          <ac:spMkLst>
            <pc:docMk/>
            <pc:sldMk cId="1433740905" sldId="260"/>
            <ac:spMk id="2" creationId="{3268FFBB-CB71-4D33-BD89-62EC4F56BD8C}"/>
          </ac:spMkLst>
        </pc:spChg>
        <pc:spChg chg="del">
          <ac:chgData name="Basem Mohamed Abodraiaa" userId="35cacfa2-8715-4c98-9f7c-8e23eb79d398" providerId="ADAL" clId="{704ECA13-B533-4905-8DD2-3CB1264F49B4}" dt="2022-09-25T08:31:31.586" v="182"/>
          <ac:spMkLst>
            <pc:docMk/>
            <pc:sldMk cId="1433740905" sldId="260"/>
            <ac:spMk id="3" creationId="{AFB8F6C0-1D97-47A6-8035-C1E69E70933A}"/>
          </ac:spMkLst>
        </pc:spChg>
        <pc:graphicFrameChg chg="add mod">
          <ac:chgData name="Basem Mohamed Abodraiaa" userId="35cacfa2-8715-4c98-9f7c-8e23eb79d398" providerId="ADAL" clId="{704ECA13-B533-4905-8DD2-3CB1264F49B4}" dt="2022-09-25T08:31:31.586" v="182"/>
          <ac:graphicFrameMkLst>
            <pc:docMk/>
            <pc:sldMk cId="1433740905" sldId="260"/>
            <ac:graphicFrameMk id="4" creationId="{D9A4E583-FBEA-4F1E-BE83-0FA2ACF666FF}"/>
          </ac:graphicFrameMkLst>
        </pc:graphicFrameChg>
      </pc:sldChg>
      <pc:sldChg chg="modSp new mod">
        <pc:chgData name="Basem Mohamed Abodraiaa" userId="35cacfa2-8715-4c98-9f7c-8e23eb79d398" providerId="ADAL" clId="{704ECA13-B533-4905-8DD2-3CB1264F49B4}" dt="2022-09-25T08:34:44.106" v="327" actId="20577"/>
        <pc:sldMkLst>
          <pc:docMk/>
          <pc:sldMk cId="154822627" sldId="261"/>
        </pc:sldMkLst>
        <pc:spChg chg="mod">
          <ac:chgData name="Basem Mohamed Abodraiaa" userId="35cacfa2-8715-4c98-9f7c-8e23eb79d398" providerId="ADAL" clId="{704ECA13-B533-4905-8DD2-3CB1264F49B4}" dt="2022-09-25T08:32:30.116" v="219" actId="20577"/>
          <ac:spMkLst>
            <pc:docMk/>
            <pc:sldMk cId="154822627" sldId="261"/>
            <ac:spMk id="2" creationId="{DB462837-2193-4564-8CD5-9ABE8986EA0F}"/>
          </ac:spMkLst>
        </pc:spChg>
        <pc:spChg chg="mod">
          <ac:chgData name="Basem Mohamed Abodraiaa" userId="35cacfa2-8715-4c98-9f7c-8e23eb79d398" providerId="ADAL" clId="{704ECA13-B533-4905-8DD2-3CB1264F49B4}" dt="2022-09-25T08:34:44.106" v="327" actId="20577"/>
          <ac:spMkLst>
            <pc:docMk/>
            <pc:sldMk cId="154822627" sldId="261"/>
            <ac:spMk id="3" creationId="{31D578D1-4020-4E60-8EE0-3000709C83F0}"/>
          </ac:spMkLst>
        </pc:spChg>
      </pc:sldChg>
      <pc:sldChg chg="addSp delSp modSp new mod setBg">
        <pc:chgData name="Basem Mohamed Abodraiaa" userId="35cacfa2-8715-4c98-9f7c-8e23eb79d398" providerId="ADAL" clId="{704ECA13-B533-4905-8DD2-3CB1264F49B4}" dt="2022-09-25T08:38:13.533" v="413" actId="255"/>
        <pc:sldMkLst>
          <pc:docMk/>
          <pc:sldMk cId="3681640394" sldId="262"/>
        </pc:sldMkLst>
        <pc:spChg chg="add del mod">
          <ac:chgData name="Basem Mohamed Abodraiaa" userId="35cacfa2-8715-4c98-9f7c-8e23eb79d398" providerId="ADAL" clId="{704ECA13-B533-4905-8DD2-3CB1264F49B4}" dt="2022-09-25T08:37:08.621" v="348" actId="26606"/>
          <ac:spMkLst>
            <pc:docMk/>
            <pc:sldMk cId="3681640394" sldId="262"/>
            <ac:spMk id="2" creationId="{D14F155F-F330-4561-9764-015777EC4340}"/>
          </ac:spMkLst>
        </pc:spChg>
        <pc:spChg chg="del mod">
          <ac:chgData name="Basem Mohamed Abodraiaa" userId="35cacfa2-8715-4c98-9f7c-8e23eb79d398" providerId="ADAL" clId="{704ECA13-B533-4905-8DD2-3CB1264F49B4}" dt="2022-09-25T08:36:55.665" v="343"/>
          <ac:spMkLst>
            <pc:docMk/>
            <pc:sldMk cId="3681640394" sldId="262"/>
            <ac:spMk id="3" creationId="{A1EBB154-1D8A-47E5-9DD3-38822408BFB6}"/>
          </ac:spMkLst>
        </pc:spChg>
        <pc:spChg chg="add mod">
          <ac:chgData name="Basem Mohamed Abodraiaa" userId="35cacfa2-8715-4c98-9f7c-8e23eb79d398" providerId="ADAL" clId="{704ECA13-B533-4905-8DD2-3CB1264F49B4}" dt="2022-09-25T08:38:03.921" v="412" actId="113"/>
          <ac:spMkLst>
            <pc:docMk/>
            <pc:sldMk cId="3681640394" sldId="262"/>
            <ac:spMk id="9" creationId="{392E5609-5BF2-D2C6-87B5-78BD75BD7609}"/>
          </ac:spMkLst>
        </pc:spChg>
        <pc:spChg chg="add del">
          <ac:chgData name="Basem Mohamed Abodraiaa" userId="35cacfa2-8715-4c98-9f7c-8e23eb79d398" providerId="ADAL" clId="{704ECA13-B533-4905-8DD2-3CB1264F49B4}" dt="2022-09-25T08:37:08.540" v="347" actId="26606"/>
          <ac:spMkLst>
            <pc:docMk/>
            <pc:sldMk cId="3681640394" sldId="262"/>
            <ac:spMk id="10" creationId="{559E787A-A567-464A-BB9E-E9B95AA41E40}"/>
          </ac:spMkLst>
        </pc:spChg>
        <pc:spChg chg="add del">
          <ac:chgData name="Basem Mohamed Abodraiaa" userId="35cacfa2-8715-4c98-9f7c-8e23eb79d398" providerId="ADAL" clId="{704ECA13-B533-4905-8DD2-3CB1264F49B4}" dt="2022-09-25T08:37:08.540" v="347" actId="26606"/>
          <ac:spMkLst>
            <pc:docMk/>
            <pc:sldMk cId="3681640394" sldId="262"/>
            <ac:spMk id="12" creationId="{36A476B5-55AD-43A1-B1FB-5AC76B54F0A0}"/>
          </ac:spMkLst>
        </pc:spChg>
        <pc:spChg chg="add mod">
          <ac:chgData name="Basem Mohamed Abodraiaa" userId="35cacfa2-8715-4c98-9f7c-8e23eb79d398" providerId="ADAL" clId="{704ECA13-B533-4905-8DD2-3CB1264F49B4}" dt="2022-09-25T08:38:13.533" v="413" actId="255"/>
          <ac:spMkLst>
            <pc:docMk/>
            <pc:sldMk cId="3681640394" sldId="262"/>
            <ac:spMk id="14" creationId="{D14F155F-F330-4561-9764-015777EC4340}"/>
          </ac:spMkLst>
        </pc:spChg>
        <pc:spChg chg="add">
          <ac:chgData name="Basem Mohamed Abodraiaa" userId="35cacfa2-8715-4c98-9f7c-8e23eb79d398" providerId="ADAL" clId="{704ECA13-B533-4905-8DD2-3CB1264F49B4}" dt="2022-09-25T08:37:08.621" v="348" actId="26606"/>
          <ac:spMkLst>
            <pc:docMk/>
            <pc:sldMk cId="3681640394" sldId="262"/>
            <ac:spMk id="15" creationId="{FF10F2A3-17E2-43F4-9483-468E43A60C68}"/>
          </ac:spMkLst>
        </pc:spChg>
        <pc:picChg chg="add mod">
          <ac:chgData name="Basem Mohamed Abodraiaa" userId="35cacfa2-8715-4c98-9f7c-8e23eb79d398" providerId="ADAL" clId="{704ECA13-B533-4905-8DD2-3CB1264F49B4}" dt="2022-09-25T08:37:08.621" v="348" actId="26606"/>
          <ac:picMkLst>
            <pc:docMk/>
            <pc:sldMk cId="3681640394" sldId="262"/>
            <ac:picMk id="5" creationId="{FC5874A3-32CB-4724-ACCE-5AE72582C588}"/>
          </ac:picMkLst>
        </pc:picChg>
      </pc:sldChg>
      <pc:sldChg chg="addSp delSp modSp new mod setBg">
        <pc:chgData name="Basem Mohamed Abodraiaa" userId="35cacfa2-8715-4c98-9f7c-8e23eb79d398" providerId="ADAL" clId="{704ECA13-B533-4905-8DD2-3CB1264F49B4}" dt="2022-09-25T08:41:18.400" v="499" actId="255"/>
        <pc:sldMkLst>
          <pc:docMk/>
          <pc:sldMk cId="1311203034" sldId="263"/>
        </pc:sldMkLst>
        <pc:spChg chg="del mod">
          <ac:chgData name="Basem Mohamed Abodraiaa" userId="35cacfa2-8715-4c98-9f7c-8e23eb79d398" providerId="ADAL" clId="{704ECA13-B533-4905-8DD2-3CB1264F49B4}" dt="2022-09-25T08:39:15.980" v="421"/>
          <ac:spMkLst>
            <pc:docMk/>
            <pc:sldMk cId="1311203034" sldId="263"/>
            <ac:spMk id="2" creationId="{A91ADF53-7D37-40B7-88B5-A1081C1ABA13}"/>
          </ac:spMkLst>
        </pc:spChg>
        <pc:spChg chg="del">
          <ac:chgData name="Basem Mohamed Abodraiaa" userId="35cacfa2-8715-4c98-9f7c-8e23eb79d398" providerId="ADAL" clId="{704ECA13-B533-4905-8DD2-3CB1264F49B4}" dt="2022-09-25T08:38:50.097" v="415"/>
          <ac:spMkLst>
            <pc:docMk/>
            <pc:sldMk cId="1311203034" sldId="263"/>
            <ac:spMk id="3" creationId="{8D7B7B9E-C921-4067-A82D-2608085D8267}"/>
          </ac:spMkLst>
        </pc:spChg>
        <pc:spChg chg="add mod">
          <ac:chgData name="Basem Mohamed Abodraiaa" userId="35cacfa2-8715-4c98-9f7c-8e23eb79d398" providerId="ADAL" clId="{704ECA13-B533-4905-8DD2-3CB1264F49B4}" dt="2022-09-25T08:40:03.611" v="446" actId="1076"/>
          <ac:spMkLst>
            <pc:docMk/>
            <pc:sldMk cId="1311203034" sldId="263"/>
            <ac:spMk id="6" creationId="{E675EF74-C6F9-48F7-9C42-25398AC72795}"/>
          </ac:spMkLst>
        </pc:spChg>
        <pc:spChg chg="add mod">
          <ac:chgData name="Basem Mohamed Abodraiaa" userId="35cacfa2-8715-4c98-9f7c-8e23eb79d398" providerId="ADAL" clId="{704ECA13-B533-4905-8DD2-3CB1264F49B4}" dt="2022-09-25T08:40:25.795" v="447"/>
          <ac:spMkLst>
            <pc:docMk/>
            <pc:sldMk cId="1311203034" sldId="263"/>
            <ac:spMk id="7" creationId="{F2A8B157-76E7-422C-BA26-505F338438A7}"/>
          </ac:spMkLst>
        </pc:spChg>
        <pc:spChg chg="add mod">
          <ac:chgData name="Basem Mohamed Abodraiaa" userId="35cacfa2-8715-4c98-9f7c-8e23eb79d398" providerId="ADAL" clId="{704ECA13-B533-4905-8DD2-3CB1264F49B4}" dt="2022-09-25T08:39:15.980" v="421"/>
          <ac:spMkLst>
            <pc:docMk/>
            <pc:sldMk cId="1311203034" sldId="263"/>
            <ac:spMk id="8" creationId="{C61ED807-0EA2-4C50-B737-116C62E18522}"/>
          </ac:spMkLst>
        </pc:spChg>
        <pc:spChg chg="add mod">
          <ac:chgData name="Basem Mohamed Abodraiaa" userId="35cacfa2-8715-4c98-9f7c-8e23eb79d398" providerId="ADAL" clId="{704ECA13-B533-4905-8DD2-3CB1264F49B4}" dt="2022-09-25T08:41:18.400" v="499" actId="255"/>
          <ac:spMkLst>
            <pc:docMk/>
            <pc:sldMk cId="1311203034" sldId="263"/>
            <ac:spMk id="9" creationId="{CA8CAD5B-69E5-D07B-F26B-03B5A0A9AF6D}"/>
          </ac:spMkLst>
        </pc:spChg>
        <pc:spChg chg="add mod">
          <ac:chgData name="Basem Mohamed Abodraiaa" userId="35cacfa2-8715-4c98-9f7c-8e23eb79d398" providerId="ADAL" clId="{704ECA13-B533-4905-8DD2-3CB1264F49B4}" dt="2022-09-25T08:40:26.709" v="448"/>
          <ac:spMkLst>
            <pc:docMk/>
            <pc:sldMk cId="1311203034" sldId="263"/>
            <ac:spMk id="10" creationId="{9A2BCF62-73FB-487E-B191-178588A8F42B}"/>
          </ac:spMkLst>
        </pc:spChg>
        <pc:spChg chg="add">
          <ac:chgData name="Basem Mohamed Abodraiaa" userId="35cacfa2-8715-4c98-9f7c-8e23eb79d398" providerId="ADAL" clId="{704ECA13-B533-4905-8DD2-3CB1264F49B4}" dt="2022-09-25T08:38:53.407" v="418" actId="26606"/>
          <ac:spMkLst>
            <pc:docMk/>
            <pc:sldMk cId="1311203034" sldId="263"/>
            <ac:spMk id="12" creationId="{FF10F2A3-17E2-43F4-9483-468E43A60C68}"/>
          </ac:spMkLst>
        </pc:spChg>
        <pc:picChg chg="add mod">
          <ac:chgData name="Basem Mohamed Abodraiaa" userId="35cacfa2-8715-4c98-9f7c-8e23eb79d398" providerId="ADAL" clId="{704ECA13-B533-4905-8DD2-3CB1264F49B4}" dt="2022-09-25T08:38:53.407" v="418" actId="26606"/>
          <ac:picMkLst>
            <pc:docMk/>
            <pc:sldMk cId="1311203034" sldId="263"/>
            <ac:picMk id="5" creationId="{74118D91-DBE5-4F20-AC62-9845054C1597}"/>
          </ac:picMkLst>
        </pc:picChg>
      </pc:sldChg>
      <pc:sldChg chg="addSp delSp modSp new del mod setBg">
        <pc:chgData name="Basem Mohamed Abodraiaa" userId="35cacfa2-8715-4c98-9f7c-8e23eb79d398" providerId="ADAL" clId="{704ECA13-B533-4905-8DD2-3CB1264F49B4}" dt="2022-09-25T08:46:17.838" v="573" actId="47"/>
        <pc:sldMkLst>
          <pc:docMk/>
          <pc:sldMk cId="1087046527" sldId="264"/>
        </pc:sldMkLst>
        <pc:spChg chg="mod">
          <ac:chgData name="Basem Mohamed Abodraiaa" userId="35cacfa2-8715-4c98-9f7c-8e23eb79d398" providerId="ADAL" clId="{704ECA13-B533-4905-8DD2-3CB1264F49B4}" dt="2022-09-25T08:44:03.024" v="534" actId="20577"/>
          <ac:spMkLst>
            <pc:docMk/>
            <pc:sldMk cId="1087046527" sldId="264"/>
            <ac:spMk id="2" creationId="{5248650B-D6F6-4D8A-805D-4F3F178355E8}"/>
          </ac:spMkLst>
        </pc:spChg>
        <pc:spChg chg="add del">
          <ac:chgData name="Basem Mohamed Abodraiaa" userId="35cacfa2-8715-4c98-9f7c-8e23eb79d398" providerId="ADAL" clId="{704ECA13-B533-4905-8DD2-3CB1264F49B4}" dt="2022-09-25T08:42:42.964" v="524"/>
          <ac:spMkLst>
            <pc:docMk/>
            <pc:sldMk cId="1087046527" sldId="264"/>
            <ac:spMk id="3" creationId="{C6E29444-6F54-455E-96C2-54396BA3204A}"/>
          </ac:spMkLst>
        </pc:spChg>
        <pc:spChg chg="add del">
          <ac:chgData name="Basem Mohamed Abodraiaa" userId="35cacfa2-8715-4c98-9f7c-8e23eb79d398" providerId="ADAL" clId="{704ECA13-B533-4905-8DD2-3CB1264F49B4}" dt="2022-09-25T08:42:26.935" v="518" actId="26606"/>
          <ac:spMkLst>
            <pc:docMk/>
            <pc:sldMk cId="1087046527" sldId="264"/>
            <ac:spMk id="9" creationId="{D250AD41-A0EA-4974-AF3F-9CB9569695CC}"/>
          </ac:spMkLst>
        </pc:spChg>
        <pc:spChg chg="add del">
          <ac:chgData name="Basem Mohamed Abodraiaa" userId="35cacfa2-8715-4c98-9f7c-8e23eb79d398" providerId="ADAL" clId="{704ECA13-B533-4905-8DD2-3CB1264F49B4}" dt="2022-09-25T08:42:26.935" v="518" actId="26606"/>
          <ac:spMkLst>
            <pc:docMk/>
            <pc:sldMk cId="1087046527" sldId="264"/>
            <ac:spMk id="11" creationId="{449F20D7-4DA5-403A-A81A-2808DFB0783A}"/>
          </ac:spMkLst>
        </pc:spChg>
        <pc:spChg chg="add del">
          <ac:chgData name="Basem Mohamed Abodraiaa" userId="35cacfa2-8715-4c98-9f7c-8e23eb79d398" providerId="ADAL" clId="{704ECA13-B533-4905-8DD2-3CB1264F49B4}" dt="2022-09-25T08:42:28.865" v="520" actId="26606"/>
          <ac:spMkLst>
            <pc:docMk/>
            <pc:sldMk cId="1087046527" sldId="264"/>
            <ac:spMk id="12" creationId="{FF10F2A3-17E2-43F4-9483-468E43A60C68}"/>
          </ac:spMkLst>
        </pc:spChg>
        <pc:spChg chg="add del">
          <ac:chgData name="Basem Mohamed Abodraiaa" userId="35cacfa2-8715-4c98-9f7c-8e23eb79d398" providerId="ADAL" clId="{704ECA13-B533-4905-8DD2-3CB1264F49B4}" dt="2022-09-25T08:42:28.865" v="520" actId="26606"/>
          <ac:spMkLst>
            <pc:docMk/>
            <pc:sldMk cId="1087046527" sldId="264"/>
            <ac:spMk id="13" creationId="{FF791B61-2024-31DC-29C6-370F0A01167D}"/>
          </ac:spMkLst>
        </pc:spChg>
        <pc:spChg chg="add del">
          <ac:chgData name="Basem Mohamed Abodraiaa" userId="35cacfa2-8715-4c98-9f7c-8e23eb79d398" providerId="ADAL" clId="{704ECA13-B533-4905-8DD2-3CB1264F49B4}" dt="2022-09-25T08:42:38.796" v="522" actId="26606"/>
          <ac:spMkLst>
            <pc:docMk/>
            <pc:sldMk cId="1087046527" sldId="264"/>
            <ac:spMk id="15" creationId="{EFA2AC96-1E47-421C-A03F-F98E354EB4E6}"/>
          </ac:spMkLst>
        </pc:spChg>
        <pc:graphicFrameChg chg="add del mod">
          <ac:chgData name="Basem Mohamed Abodraiaa" userId="35cacfa2-8715-4c98-9f7c-8e23eb79d398" providerId="ADAL" clId="{704ECA13-B533-4905-8DD2-3CB1264F49B4}" dt="2022-09-25T08:42:39.708" v="523"/>
          <ac:graphicFrameMkLst>
            <pc:docMk/>
            <pc:sldMk cId="1087046527" sldId="264"/>
            <ac:graphicFrameMk id="4" creationId="{B6D23A9D-766D-4239-AB16-82BD1FE9BCFB}"/>
          </ac:graphicFrameMkLst>
        </pc:graphicFrameChg>
        <pc:graphicFrameChg chg="add mod">
          <ac:chgData name="Basem Mohamed Abodraiaa" userId="35cacfa2-8715-4c98-9f7c-8e23eb79d398" providerId="ADAL" clId="{704ECA13-B533-4905-8DD2-3CB1264F49B4}" dt="2022-09-25T08:43:21.597" v="526" actId="1076"/>
          <ac:graphicFrameMkLst>
            <pc:docMk/>
            <pc:sldMk cId="1087046527" sldId="264"/>
            <ac:graphicFrameMk id="5" creationId="{0B1F59A3-9E9C-434B-966A-45534FA5FBAC}"/>
          </ac:graphicFrameMkLst>
        </pc:graphicFrameChg>
        <pc:graphicFrameChg chg="add del mod modGraphic">
          <ac:chgData name="Basem Mohamed Abodraiaa" userId="35cacfa2-8715-4c98-9f7c-8e23eb79d398" providerId="ADAL" clId="{704ECA13-B533-4905-8DD2-3CB1264F49B4}" dt="2022-09-25T08:44:25.713" v="538" actId="478"/>
          <ac:graphicFrameMkLst>
            <pc:docMk/>
            <pc:sldMk cId="1087046527" sldId="264"/>
            <ac:graphicFrameMk id="6" creationId="{9FB7ED67-76F7-43E8-8E73-52938126321A}"/>
          </ac:graphicFrameMkLst>
        </pc:graphicFrameChg>
        <pc:graphicFrameChg chg="add del">
          <ac:chgData name="Basem Mohamed Abodraiaa" userId="35cacfa2-8715-4c98-9f7c-8e23eb79d398" providerId="ADAL" clId="{704ECA13-B533-4905-8DD2-3CB1264F49B4}" dt="2022-09-25T08:42:28.865" v="520" actId="26606"/>
          <ac:graphicFrameMkLst>
            <pc:docMk/>
            <pc:sldMk cId="1087046527" sldId="264"/>
            <ac:graphicFrameMk id="7" creationId="{B6D23A9D-766D-4239-AB16-82BD1FE9BCFB}"/>
          </ac:graphicFrameMkLst>
        </pc:graphicFrameChg>
        <pc:graphicFrameChg chg="add del">
          <ac:chgData name="Basem Mohamed Abodraiaa" userId="35cacfa2-8715-4c98-9f7c-8e23eb79d398" providerId="ADAL" clId="{704ECA13-B533-4905-8DD2-3CB1264F49B4}" dt="2022-09-25T08:42:38.796" v="522" actId="26606"/>
          <ac:graphicFrameMkLst>
            <pc:docMk/>
            <pc:sldMk cId="1087046527" sldId="264"/>
            <ac:graphicFrameMk id="16" creationId="{B6D23A9D-766D-4239-AB16-82BD1FE9BCFB}"/>
          </ac:graphicFrameMkLst>
        </pc:graphicFrameChg>
      </pc:sldChg>
      <pc:sldChg chg="modSp new del mod">
        <pc:chgData name="Basem Mohamed Abodraiaa" userId="35cacfa2-8715-4c98-9f7c-8e23eb79d398" providerId="ADAL" clId="{704ECA13-B533-4905-8DD2-3CB1264F49B4}" dt="2022-09-25T08:46:20.418" v="574" actId="47"/>
        <pc:sldMkLst>
          <pc:docMk/>
          <pc:sldMk cId="2265097311" sldId="265"/>
        </pc:sldMkLst>
        <pc:spChg chg="mod">
          <ac:chgData name="Basem Mohamed Abodraiaa" userId="35cacfa2-8715-4c98-9f7c-8e23eb79d398" providerId="ADAL" clId="{704ECA13-B533-4905-8DD2-3CB1264F49B4}" dt="2022-09-25T08:44:19.884" v="537" actId="27636"/>
          <ac:spMkLst>
            <pc:docMk/>
            <pc:sldMk cId="2265097311" sldId="265"/>
            <ac:spMk id="3" creationId="{CEF2161C-125E-4A45-94A4-B38F3748F51A}"/>
          </ac:spMkLst>
        </pc:spChg>
      </pc:sldChg>
      <pc:sldChg chg="addSp delSp modSp new mod setBg">
        <pc:chgData name="Basem Mohamed Abodraiaa" userId="35cacfa2-8715-4c98-9f7c-8e23eb79d398" providerId="ADAL" clId="{704ECA13-B533-4905-8DD2-3CB1264F49B4}" dt="2022-09-25T08:45:40.031" v="560" actId="26606"/>
        <pc:sldMkLst>
          <pc:docMk/>
          <pc:sldMk cId="296901809" sldId="266"/>
        </pc:sldMkLst>
        <pc:spChg chg="mod">
          <ac:chgData name="Basem Mohamed Abodraiaa" userId="35cacfa2-8715-4c98-9f7c-8e23eb79d398" providerId="ADAL" clId="{704ECA13-B533-4905-8DD2-3CB1264F49B4}" dt="2022-09-25T08:45:40.031" v="560" actId="26606"/>
          <ac:spMkLst>
            <pc:docMk/>
            <pc:sldMk cId="296901809" sldId="266"/>
            <ac:spMk id="2" creationId="{205286D2-9288-4D03-80B3-5E67BA9C6448}"/>
          </ac:spMkLst>
        </pc:spChg>
        <pc:spChg chg="del mod">
          <ac:chgData name="Basem Mohamed Abodraiaa" userId="35cacfa2-8715-4c98-9f7c-8e23eb79d398" providerId="ADAL" clId="{704ECA13-B533-4905-8DD2-3CB1264F49B4}" dt="2022-09-25T08:45:36.349" v="559"/>
          <ac:spMkLst>
            <pc:docMk/>
            <pc:sldMk cId="296901809" sldId="266"/>
            <ac:spMk id="3" creationId="{FBE5106E-A721-46C5-8AAA-236C8FA27416}"/>
          </ac:spMkLst>
        </pc:spChg>
        <pc:graphicFrameChg chg="add mod modGraphic">
          <ac:chgData name="Basem Mohamed Abodraiaa" userId="35cacfa2-8715-4c98-9f7c-8e23eb79d398" providerId="ADAL" clId="{704ECA13-B533-4905-8DD2-3CB1264F49B4}" dt="2022-09-25T08:45:40.031" v="560" actId="26606"/>
          <ac:graphicFrameMkLst>
            <pc:docMk/>
            <pc:sldMk cId="296901809" sldId="266"/>
            <ac:graphicFrameMk id="4" creationId="{023AC886-AFD1-47AB-9E78-79A422E5EF41}"/>
          </ac:graphicFrameMkLst>
        </pc:graphicFrameChg>
      </pc:sldChg>
      <pc:sldChg chg="addSp delSp modSp new mod setBg">
        <pc:chgData name="Basem Mohamed Abodraiaa" userId="35cacfa2-8715-4c98-9f7c-8e23eb79d398" providerId="ADAL" clId="{704ECA13-B533-4905-8DD2-3CB1264F49B4}" dt="2022-09-25T08:46:13.267" v="572" actId="26606"/>
        <pc:sldMkLst>
          <pc:docMk/>
          <pc:sldMk cId="3796274777" sldId="267"/>
        </pc:sldMkLst>
        <pc:spChg chg="mod">
          <ac:chgData name="Basem Mohamed Abodraiaa" userId="35cacfa2-8715-4c98-9f7c-8e23eb79d398" providerId="ADAL" clId="{704ECA13-B533-4905-8DD2-3CB1264F49B4}" dt="2022-09-25T08:46:13.267" v="572" actId="26606"/>
          <ac:spMkLst>
            <pc:docMk/>
            <pc:sldMk cId="3796274777" sldId="267"/>
            <ac:spMk id="2" creationId="{18FCF631-0822-40F4-85FC-8D30D90FD805}"/>
          </ac:spMkLst>
        </pc:spChg>
        <pc:spChg chg="del">
          <ac:chgData name="Basem Mohamed Abodraiaa" userId="35cacfa2-8715-4c98-9f7c-8e23eb79d398" providerId="ADAL" clId="{704ECA13-B533-4905-8DD2-3CB1264F49B4}" dt="2022-09-25T08:46:09.566" v="571"/>
          <ac:spMkLst>
            <pc:docMk/>
            <pc:sldMk cId="3796274777" sldId="267"/>
            <ac:spMk id="3" creationId="{6750898D-0FF2-4BAF-ADF0-9D9564A85E94}"/>
          </ac:spMkLst>
        </pc:spChg>
        <pc:graphicFrameChg chg="add mod">
          <ac:chgData name="Basem Mohamed Abodraiaa" userId="35cacfa2-8715-4c98-9f7c-8e23eb79d398" providerId="ADAL" clId="{704ECA13-B533-4905-8DD2-3CB1264F49B4}" dt="2022-09-25T08:46:13.267" v="572" actId="26606"/>
          <ac:graphicFrameMkLst>
            <pc:docMk/>
            <pc:sldMk cId="3796274777" sldId="267"/>
            <ac:graphicFrameMk id="4" creationId="{751E014B-EE3E-405D-80B2-F680CEC6EEA8}"/>
          </ac:graphicFrameMkLst>
        </pc:graphicFrameChg>
      </pc:sldChg>
      <pc:sldChg chg="modSp new mod">
        <pc:chgData name="Basem Mohamed Abodraiaa" userId="35cacfa2-8715-4c98-9f7c-8e23eb79d398" providerId="ADAL" clId="{704ECA13-B533-4905-8DD2-3CB1264F49B4}" dt="2022-09-25T08:48:35.544" v="613" actId="1076"/>
        <pc:sldMkLst>
          <pc:docMk/>
          <pc:sldMk cId="4219124439" sldId="268"/>
        </pc:sldMkLst>
        <pc:spChg chg="mod">
          <ac:chgData name="Basem Mohamed Abodraiaa" userId="35cacfa2-8715-4c98-9f7c-8e23eb79d398" providerId="ADAL" clId="{704ECA13-B533-4905-8DD2-3CB1264F49B4}" dt="2022-09-25T08:47:41.451" v="589" actId="20577"/>
          <ac:spMkLst>
            <pc:docMk/>
            <pc:sldMk cId="4219124439" sldId="268"/>
            <ac:spMk id="2" creationId="{998D8F21-D21F-4A44-A4E1-E80332DCA7CD}"/>
          </ac:spMkLst>
        </pc:spChg>
        <pc:spChg chg="mod">
          <ac:chgData name="Basem Mohamed Abodraiaa" userId="35cacfa2-8715-4c98-9f7c-8e23eb79d398" providerId="ADAL" clId="{704ECA13-B533-4905-8DD2-3CB1264F49B4}" dt="2022-09-25T08:48:35.544" v="613" actId="1076"/>
          <ac:spMkLst>
            <pc:docMk/>
            <pc:sldMk cId="4219124439" sldId="268"/>
            <ac:spMk id="3" creationId="{8388E64A-1D3D-490E-875F-01D7F083571F}"/>
          </ac:spMkLst>
        </pc:spChg>
      </pc:sldChg>
      <pc:sldChg chg="delSp modSp new mod">
        <pc:chgData name="Basem Mohamed Abodraiaa" userId="35cacfa2-8715-4c98-9f7c-8e23eb79d398" providerId="ADAL" clId="{704ECA13-B533-4905-8DD2-3CB1264F49B4}" dt="2022-09-25T08:49:14.092" v="626" actId="478"/>
        <pc:sldMkLst>
          <pc:docMk/>
          <pc:sldMk cId="2569806197" sldId="269"/>
        </pc:sldMkLst>
        <pc:spChg chg="del">
          <ac:chgData name="Basem Mohamed Abodraiaa" userId="35cacfa2-8715-4c98-9f7c-8e23eb79d398" providerId="ADAL" clId="{704ECA13-B533-4905-8DD2-3CB1264F49B4}" dt="2022-09-25T08:49:14.092" v="626" actId="478"/>
          <ac:spMkLst>
            <pc:docMk/>
            <pc:sldMk cId="2569806197" sldId="269"/>
            <ac:spMk id="2" creationId="{AA124984-3D42-4365-86D2-3722165F4BCA}"/>
          </ac:spMkLst>
        </pc:spChg>
        <pc:spChg chg="mod">
          <ac:chgData name="Basem Mohamed Abodraiaa" userId="35cacfa2-8715-4c98-9f7c-8e23eb79d398" providerId="ADAL" clId="{704ECA13-B533-4905-8DD2-3CB1264F49B4}" dt="2022-09-25T08:49:03.468" v="625" actId="1076"/>
          <ac:spMkLst>
            <pc:docMk/>
            <pc:sldMk cId="2569806197" sldId="269"/>
            <ac:spMk id="3" creationId="{B926F442-BD6D-40C1-9EA6-3402014CFDB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1C8FB2B-3CD9-468C-98DB-561166C5BCD4}" type="datetimeFigureOut">
              <a:rPr lang="en-US" smtClean="0"/>
              <a:t>9/25/2022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828E8A-766A-4A55-8F43-D4E396B1C9C7}" type="slidenum">
              <a:rPr lang="en-US" smtClean="0"/>
              <a:t>‹#›</a:t>
            </a:fld>
            <a:endParaRPr lang="en-US"/>
          </a:p>
        </p:txBody>
      </p:sp>
    </p:spTree>
    <p:extLst>
      <p:ext uri="{BB962C8B-B14F-4D97-AF65-F5344CB8AC3E}">
        <p14:creationId xmlns:p14="http://schemas.microsoft.com/office/powerpoint/2010/main" val="28873588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C8FB2B-3CD9-468C-98DB-561166C5BCD4}" type="datetimeFigureOut">
              <a:rPr lang="en-US" smtClean="0"/>
              <a:t>9/25/2022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828E8A-766A-4A55-8F43-D4E396B1C9C7}" type="slidenum">
              <a:rPr lang="en-US" smtClean="0"/>
              <a:t>‹#›</a:t>
            </a:fld>
            <a:endParaRPr lang="en-US"/>
          </a:p>
        </p:txBody>
      </p:sp>
    </p:spTree>
    <p:extLst>
      <p:ext uri="{BB962C8B-B14F-4D97-AF65-F5344CB8AC3E}">
        <p14:creationId xmlns:p14="http://schemas.microsoft.com/office/powerpoint/2010/main" val="4281794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1C8FB2B-3CD9-468C-98DB-561166C5BCD4}" type="datetimeFigureOut">
              <a:rPr lang="en-US" smtClean="0"/>
              <a:t>9/25/2022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828E8A-766A-4A55-8F43-D4E396B1C9C7}" type="slidenum">
              <a:rPr lang="en-US" smtClean="0"/>
              <a:t>‹#›</a:t>
            </a:fld>
            <a:endParaRPr lang="en-US"/>
          </a:p>
        </p:txBody>
      </p:sp>
    </p:spTree>
    <p:extLst>
      <p:ext uri="{BB962C8B-B14F-4D97-AF65-F5344CB8AC3E}">
        <p14:creationId xmlns:p14="http://schemas.microsoft.com/office/powerpoint/2010/main" val="2117161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1C8FB2B-3CD9-468C-98DB-561166C5BCD4}" type="datetimeFigureOut">
              <a:rPr lang="en-US" smtClean="0"/>
              <a:t>9/25/2022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828E8A-766A-4A55-8F43-D4E396B1C9C7}" type="slidenum">
              <a:rPr lang="en-US" smtClean="0"/>
              <a:t>‹#›</a:t>
            </a:fld>
            <a:endParaRPr lang="en-US"/>
          </a:p>
        </p:txBody>
      </p:sp>
    </p:spTree>
    <p:extLst>
      <p:ext uri="{BB962C8B-B14F-4D97-AF65-F5344CB8AC3E}">
        <p14:creationId xmlns:p14="http://schemas.microsoft.com/office/powerpoint/2010/main" val="3808145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1C8FB2B-3CD9-468C-98DB-561166C5BCD4}" type="datetimeFigureOut">
              <a:rPr lang="en-US" smtClean="0"/>
              <a:t>9/25/2022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828E8A-766A-4A55-8F43-D4E396B1C9C7}" type="slidenum">
              <a:rPr lang="en-US" smtClean="0"/>
              <a:t>‹#›</a:t>
            </a:fld>
            <a:endParaRPr lang="en-US"/>
          </a:p>
        </p:txBody>
      </p:sp>
    </p:spTree>
    <p:extLst>
      <p:ext uri="{BB962C8B-B14F-4D97-AF65-F5344CB8AC3E}">
        <p14:creationId xmlns:p14="http://schemas.microsoft.com/office/powerpoint/2010/main" val="11344072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1C8FB2B-3CD9-468C-98DB-561166C5BCD4}" type="datetimeFigureOut">
              <a:rPr lang="en-US" smtClean="0"/>
              <a:t>9/25/2022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828E8A-766A-4A55-8F43-D4E396B1C9C7}" type="slidenum">
              <a:rPr lang="en-US" smtClean="0"/>
              <a:t>‹#›</a:t>
            </a:fld>
            <a:endParaRPr lang="en-US"/>
          </a:p>
        </p:txBody>
      </p:sp>
    </p:spTree>
    <p:extLst>
      <p:ext uri="{BB962C8B-B14F-4D97-AF65-F5344CB8AC3E}">
        <p14:creationId xmlns:p14="http://schemas.microsoft.com/office/powerpoint/2010/main" val="40047957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C8FB2B-3CD9-468C-98DB-561166C5BCD4}" type="datetimeFigureOut">
              <a:rPr lang="en-US" smtClean="0"/>
              <a:t>9/25/2022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9828E8A-766A-4A55-8F43-D4E396B1C9C7}" type="slidenum">
              <a:rPr lang="en-US" smtClean="0"/>
              <a:t>‹#›</a:t>
            </a:fld>
            <a:endParaRPr lang="en-US"/>
          </a:p>
        </p:txBody>
      </p:sp>
    </p:spTree>
    <p:extLst>
      <p:ext uri="{BB962C8B-B14F-4D97-AF65-F5344CB8AC3E}">
        <p14:creationId xmlns:p14="http://schemas.microsoft.com/office/powerpoint/2010/main" val="3301364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1C8FB2B-3CD9-468C-98DB-561166C5BCD4}" type="datetimeFigureOut">
              <a:rPr lang="en-US" smtClean="0"/>
              <a:t>9/25/2022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828E8A-766A-4A55-8F43-D4E396B1C9C7}" type="slidenum">
              <a:rPr lang="en-US" smtClean="0"/>
              <a:t>‹#›</a:t>
            </a:fld>
            <a:endParaRPr lang="en-US"/>
          </a:p>
        </p:txBody>
      </p:sp>
    </p:spTree>
    <p:extLst>
      <p:ext uri="{BB962C8B-B14F-4D97-AF65-F5344CB8AC3E}">
        <p14:creationId xmlns:p14="http://schemas.microsoft.com/office/powerpoint/2010/main" val="1777057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1C8FB2B-3CD9-468C-98DB-561166C5BCD4}" type="datetimeFigureOut">
              <a:rPr lang="en-US" smtClean="0"/>
              <a:t>9/25/2022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828E8A-766A-4A55-8F43-D4E396B1C9C7}" type="slidenum">
              <a:rPr lang="en-US" smtClean="0"/>
              <a:t>‹#›</a:t>
            </a:fld>
            <a:endParaRPr lang="en-US"/>
          </a:p>
        </p:txBody>
      </p:sp>
    </p:spTree>
    <p:extLst>
      <p:ext uri="{BB962C8B-B14F-4D97-AF65-F5344CB8AC3E}">
        <p14:creationId xmlns:p14="http://schemas.microsoft.com/office/powerpoint/2010/main" val="4160118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1C8FB2B-3CD9-468C-98DB-561166C5BCD4}" type="datetimeFigureOut">
              <a:rPr lang="en-US" smtClean="0"/>
              <a:t>9/25/2022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828E8A-766A-4A55-8F43-D4E396B1C9C7}" type="slidenum">
              <a:rPr lang="en-US" smtClean="0"/>
              <a:t>‹#›</a:t>
            </a:fld>
            <a:endParaRPr lang="en-US"/>
          </a:p>
        </p:txBody>
      </p:sp>
    </p:spTree>
    <p:extLst>
      <p:ext uri="{BB962C8B-B14F-4D97-AF65-F5344CB8AC3E}">
        <p14:creationId xmlns:p14="http://schemas.microsoft.com/office/powerpoint/2010/main" val="3968412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1C8FB2B-3CD9-468C-98DB-561166C5BCD4}" type="datetimeFigureOut">
              <a:rPr lang="en-US" smtClean="0"/>
              <a:t>9/25/2022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828E8A-766A-4A55-8F43-D4E396B1C9C7}" type="slidenum">
              <a:rPr lang="en-US" smtClean="0"/>
              <a:t>‹#›</a:t>
            </a:fld>
            <a:endParaRPr lang="en-US"/>
          </a:p>
        </p:txBody>
      </p:sp>
    </p:spTree>
    <p:extLst>
      <p:ext uri="{BB962C8B-B14F-4D97-AF65-F5344CB8AC3E}">
        <p14:creationId xmlns:p14="http://schemas.microsoft.com/office/powerpoint/2010/main" val="20189267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1C8FB2B-3CD9-468C-98DB-561166C5BCD4}" type="datetimeFigureOut">
              <a:rPr lang="en-US" smtClean="0"/>
              <a:t>9/25/2022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828E8A-766A-4A55-8F43-D4E396B1C9C7}"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07292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1C8FB2B-3CD9-468C-98DB-561166C5BCD4}" type="datetimeFigureOut">
              <a:rPr lang="en-US" smtClean="0"/>
              <a:t>9/25/2022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828E8A-766A-4A55-8F43-D4E396B1C9C7}" type="slidenum">
              <a:rPr lang="en-US" smtClean="0"/>
              <a:t>‹#›</a:t>
            </a:fld>
            <a:endParaRPr lang="en-US"/>
          </a:p>
        </p:txBody>
      </p:sp>
    </p:spTree>
    <p:extLst>
      <p:ext uri="{BB962C8B-B14F-4D97-AF65-F5344CB8AC3E}">
        <p14:creationId xmlns:p14="http://schemas.microsoft.com/office/powerpoint/2010/main" val="41123302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1C8FB2B-3CD9-468C-98DB-561166C5BCD4}" type="datetimeFigureOut">
              <a:rPr lang="en-US" smtClean="0"/>
              <a:t>9/25/2022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828E8A-766A-4A55-8F43-D4E396B1C9C7}" type="slidenum">
              <a:rPr lang="en-US" smtClean="0"/>
              <a:t>‹#›</a:t>
            </a:fld>
            <a:endParaRPr lang="en-US"/>
          </a:p>
        </p:txBody>
      </p:sp>
    </p:spTree>
    <p:extLst>
      <p:ext uri="{BB962C8B-B14F-4D97-AF65-F5344CB8AC3E}">
        <p14:creationId xmlns:p14="http://schemas.microsoft.com/office/powerpoint/2010/main" val="21772588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1C8FB2B-3CD9-468C-98DB-561166C5BCD4}" type="datetimeFigureOut">
              <a:rPr lang="en-US" smtClean="0"/>
              <a:t>9/25/2022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828E8A-766A-4A55-8F43-D4E396B1C9C7}" type="slidenum">
              <a:rPr lang="en-US" smtClean="0"/>
              <a:t>‹#›</a:t>
            </a:fld>
            <a:endParaRPr lang="en-US"/>
          </a:p>
        </p:txBody>
      </p:sp>
    </p:spTree>
    <p:extLst>
      <p:ext uri="{BB962C8B-B14F-4D97-AF65-F5344CB8AC3E}">
        <p14:creationId xmlns:p14="http://schemas.microsoft.com/office/powerpoint/2010/main" val="40859262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C8FB2B-3CD9-468C-98DB-561166C5BCD4}" type="datetimeFigureOut">
              <a:rPr lang="en-US" smtClean="0"/>
              <a:t>9/25/2022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828E8A-766A-4A55-8F43-D4E396B1C9C7}" type="slidenum">
              <a:rPr lang="en-US" smtClean="0"/>
              <a:t>‹#›</a:t>
            </a:fld>
            <a:endParaRPr lang="en-US"/>
          </a:p>
        </p:txBody>
      </p:sp>
    </p:spTree>
    <p:extLst>
      <p:ext uri="{BB962C8B-B14F-4D97-AF65-F5344CB8AC3E}">
        <p14:creationId xmlns:p14="http://schemas.microsoft.com/office/powerpoint/2010/main" val="22239263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C8FB2B-3CD9-468C-98DB-561166C5BCD4}" type="datetimeFigureOut">
              <a:rPr lang="en-US" smtClean="0"/>
              <a:t>9/25/2022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828E8A-766A-4A55-8F43-D4E396B1C9C7}" type="slidenum">
              <a:rPr lang="en-US" smtClean="0"/>
              <a:t>‹#›</a:t>
            </a:fld>
            <a:endParaRPr lang="en-US"/>
          </a:p>
        </p:txBody>
      </p:sp>
    </p:spTree>
    <p:extLst>
      <p:ext uri="{BB962C8B-B14F-4D97-AF65-F5344CB8AC3E}">
        <p14:creationId xmlns:p14="http://schemas.microsoft.com/office/powerpoint/2010/main" val="3829534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C1C8FB2B-3CD9-468C-98DB-561166C5BCD4}" type="datetimeFigureOut">
              <a:rPr lang="en-US" smtClean="0"/>
              <a:t>9/25/2022</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A9828E8A-766A-4A55-8F43-D4E396B1C9C7}" type="slidenum">
              <a:rPr lang="en-US" smtClean="0"/>
              <a:t>‹#›</a:t>
            </a:fld>
            <a:endParaRPr lang="en-US"/>
          </a:p>
        </p:txBody>
      </p:sp>
    </p:spTree>
    <p:extLst>
      <p:ext uri="{BB962C8B-B14F-4D97-AF65-F5344CB8AC3E}">
        <p14:creationId xmlns:p14="http://schemas.microsoft.com/office/powerpoint/2010/main" val="385509488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parking lot full of cars&#10;&#10;Description automatically generated">
            <a:extLst>
              <a:ext uri="{FF2B5EF4-FFF2-40B4-BE49-F238E27FC236}">
                <a16:creationId xmlns:a16="http://schemas.microsoft.com/office/drawing/2014/main" id="{505A70D2-79F1-4395-8EBF-4E832D365F66}"/>
              </a:ext>
            </a:extLst>
          </p:cNvPr>
          <p:cNvPicPr>
            <a:picLocks noChangeAspect="1"/>
          </p:cNvPicPr>
          <p:nvPr/>
        </p:nvPicPr>
        <p:blipFill rotWithShape="1">
          <a:blip r:embed="rId2">
            <a:extLst>
              <a:ext uri="{28A0092B-C50C-407E-A947-70E740481C1C}">
                <a14:useLocalDpi xmlns:a14="http://schemas.microsoft.com/office/drawing/2010/main" val="0"/>
              </a:ext>
            </a:extLst>
          </a:blip>
          <a:srcRect t="9091" r="12383" b="1"/>
          <a:stretch/>
        </p:blipFill>
        <p:spPr>
          <a:xfrm>
            <a:off x="3523488" y="10"/>
            <a:ext cx="8668512" cy="6857990"/>
          </a:xfrm>
          <a:prstGeom prst="rect">
            <a:avLst/>
          </a:prstGeom>
        </p:spPr>
      </p:pic>
      <p:sp>
        <p:nvSpPr>
          <p:cNvPr id="2" name="Title 1">
            <a:extLst>
              <a:ext uri="{FF2B5EF4-FFF2-40B4-BE49-F238E27FC236}">
                <a16:creationId xmlns:a16="http://schemas.microsoft.com/office/drawing/2014/main" id="{D6335BBA-FA91-4DF8-B26B-9A8F07D9BDC5}"/>
              </a:ext>
            </a:extLst>
          </p:cNvPr>
          <p:cNvSpPr>
            <a:spLocks noGrp="1"/>
          </p:cNvSpPr>
          <p:nvPr>
            <p:ph type="ctrTitle"/>
          </p:nvPr>
        </p:nvSpPr>
        <p:spPr>
          <a:xfrm>
            <a:off x="477981" y="1122363"/>
            <a:ext cx="4023360" cy="3204134"/>
          </a:xfrm>
        </p:spPr>
        <p:txBody>
          <a:bodyPr anchor="b">
            <a:normAutofit/>
          </a:bodyPr>
          <a:lstStyle/>
          <a:p>
            <a:pPr algn="l"/>
            <a:r>
              <a:rPr lang="en-US" sz="4000" b="1" i="1" u="sng" dirty="0">
                <a:effectLst/>
                <a:latin typeface="Calibri" panose="020F0502020204030204" pitchFamily="34" charset="0"/>
                <a:ea typeface="Calibri" panose="020F0502020204030204" pitchFamily="34" charset="0"/>
                <a:cs typeface="Arial" panose="020B0604020202020204" pitchFamily="34" charset="0"/>
              </a:rPr>
              <a:t>Used car price Predictions</a:t>
            </a:r>
            <a:br>
              <a:rPr lang="en-US" sz="4000" u="sng" dirty="0">
                <a:effectLst/>
                <a:latin typeface="Calibri" panose="020F0502020204030204" pitchFamily="34" charset="0"/>
                <a:ea typeface="Calibri" panose="020F0502020204030204" pitchFamily="34" charset="0"/>
                <a:cs typeface="Arial" panose="020B0604020202020204" pitchFamily="34" charset="0"/>
              </a:rPr>
            </a:br>
            <a:r>
              <a:rPr lang="en-US" sz="4000" u="sng" dirty="0">
                <a:effectLst/>
                <a:latin typeface="Calibri" panose="020F0502020204030204" pitchFamily="34" charset="0"/>
                <a:ea typeface="Calibri" panose="020F0502020204030204" pitchFamily="34" charset="0"/>
                <a:cs typeface="Arial" panose="020B0604020202020204" pitchFamily="34" charset="0"/>
              </a:rPr>
              <a:t>In US</a:t>
            </a:r>
            <a:endParaRPr lang="en-US" sz="4000" u="sng" dirty="0"/>
          </a:p>
        </p:txBody>
      </p:sp>
      <p:sp>
        <p:nvSpPr>
          <p:cNvPr id="3" name="Subtitle 2">
            <a:extLst>
              <a:ext uri="{FF2B5EF4-FFF2-40B4-BE49-F238E27FC236}">
                <a16:creationId xmlns:a16="http://schemas.microsoft.com/office/drawing/2014/main" id="{3393967C-5966-4421-9FD8-6B2B802140C4}"/>
              </a:ext>
            </a:extLst>
          </p:cNvPr>
          <p:cNvSpPr>
            <a:spLocks noGrp="1"/>
          </p:cNvSpPr>
          <p:nvPr>
            <p:ph type="subTitle" idx="1"/>
          </p:nvPr>
        </p:nvSpPr>
        <p:spPr>
          <a:xfrm>
            <a:off x="477980" y="4872922"/>
            <a:ext cx="4023359" cy="1208141"/>
          </a:xfrm>
        </p:spPr>
        <p:txBody>
          <a:bodyPr>
            <a:normAutofit/>
          </a:bodyPr>
          <a:lstStyle/>
          <a:p>
            <a:pPr algn="l"/>
            <a:r>
              <a:rPr lang="en-US" sz="2000" dirty="0"/>
              <a:t>Presented By:</a:t>
            </a:r>
          </a:p>
          <a:p>
            <a:pPr algn="l"/>
            <a:r>
              <a:rPr lang="en-US" sz="2000" dirty="0"/>
              <a:t>Basem Mohamed </a:t>
            </a:r>
            <a:r>
              <a:rPr lang="en-US" sz="2000" dirty="0" err="1"/>
              <a:t>Mohamed</a:t>
            </a:r>
            <a:endParaRPr lang="en-US" sz="2000" dirty="0"/>
          </a:p>
        </p:txBody>
      </p:sp>
    </p:spTree>
    <p:extLst>
      <p:ext uri="{BB962C8B-B14F-4D97-AF65-F5344CB8AC3E}">
        <p14:creationId xmlns:p14="http://schemas.microsoft.com/office/powerpoint/2010/main" val="40659712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pic>
        <p:nvPicPr>
          <p:cNvPr id="5" name="Content Placeholder 4" descr="A picture containing car, outdoor, parked, transport&#10;&#10;Description automatically generated">
            <a:extLst>
              <a:ext uri="{FF2B5EF4-FFF2-40B4-BE49-F238E27FC236}">
                <a16:creationId xmlns:a16="http://schemas.microsoft.com/office/drawing/2014/main" id="{992CE00E-0700-43A6-B21F-2E5D172CA6C6}"/>
              </a:ext>
            </a:extLst>
          </p:cNvPr>
          <p:cNvPicPr>
            <a:picLocks noChangeAspect="1"/>
          </p:cNvPicPr>
          <p:nvPr/>
        </p:nvPicPr>
        <p:blipFill rotWithShape="1">
          <a:blip r:embed="rId2">
            <a:extLst>
              <a:ext uri="{28A0092B-C50C-407E-A947-70E740481C1C}">
                <a14:useLocalDpi xmlns:a14="http://schemas.microsoft.com/office/drawing/2010/main" val="0"/>
              </a:ext>
            </a:extLst>
          </a:blip>
          <a:srcRect l="7753" r="24017" b="-1"/>
          <a:stretch/>
        </p:blipFill>
        <p:spPr>
          <a:xfrm>
            <a:off x="5182104" y="10"/>
            <a:ext cx="7009896" cy="6857990"/>
          </a:xfrm>
          <a:custGeom>
            <a:avLst/>
            <a:gdLst/>
            <a:ahLst/>
            <a:cxnLst/>
            <a:rect l="l" t="t" r="r" b="b"/>
            <a:pathLst>
              <a:path w="7009896" h="6858000">
                <a:moveTo>
                  <a:pt x="0" y="0"/>
                </a:moveTo>
                <a:lnTo>
                  <a:pt x="7009896" y="0"/>
                </a:lnTo>
                <a:lnTo>
                  <a:pt x="7009896" y="6858000"/>
                </a:lnTo>
                <a:lnTo>
                  <a:pt x="21616" y="6858000"/>
                </a:lnTo>
                <a:lnTo>
                  <a:pt x="129867" y="6647018"/>
                </a:lnTo>
                <a:cubicBezTo>
                  <a:pt x="1043295" y="4758249"/>
                  <a:pt x="1332296" y="2559611"/>
                  <a:pt x="814641" y="380651"/>
                </a:cubicBezTo>
                <a:lnTo>
                  <a:pt x="714685" y="1"/>
                </a:lnTo>
                <a:lnTo>
                  <a:pt x="0" y="1"/>
                </a:lnTo>
                <a:close/>
              </a:path>
            </a:pathLst>
          </a:custGeom>
        </p:spPr>
      </p:pic>
      <p:sp>
        <p:nvSpPr>
          <p:cNvPr id="2" name="Title 1">
            <a:extLst>
              <a:ext uri="{FF2B5EF4-FFF2-40B4-BE49-F238E27FC236}">
                <a16:creationId xmlns:a16="http://schemas.microsoft.com/office/drawing/2014/main" id="{99450C63-CDC5-4A24-A040-9384646C3AF4}"/>
              </a:ext>
            </a:extLst>
          </p:cNvPr>
          <p:cNvSpPr>
            <a:spLocks noGrp="1"/>
          </p:cNvSpPr>
          <p:nvPr>
            <p:ph type="title"/>
          </p:nvPr>
        </p:nvSpPr>
        <p:spPr>
          <a:xfrm>
            <a:off x="804673" y="1396289"/>
            <a:ext cx="4782458" cy="1325563"/>
          </a:xfrm>
        </p:spPr>
        <p:txBody>
          <a:bodyPr>
            <a:normAutofit/>
          </a:bodyPr>
          <a:lstStyle/>
          <a:p>
            <a:r>
              <a:rPr lang="en-US" b="1" u="sng" dirty="0"/>
              <a:t>Problem</a:t>
            </a:r>
            <a:r>
              <a:rPr lang="en-US" dirty="0"/>
              <a:t>:</a:t>
            </a:r>
          </a:p>
        </p:txBody>
      </p:sp>
      <p:sp>
        <p:nvSpPr>
          <p:cNvPr id="9" name="Content Placeholder 8">
            <a:extLst>
              <a:ext uri="{FF2B5EF4-FFF2-40B4-BE49-F238E27FC236}">
                <a16:creationId xmlns:a16="http://schemas.microsoft.com/office/drawing/2014/main" id="{7466AE63-E37C-B865-2A29-5438E7690B6E}"/>
              </a:ext>
            </a:extLst>
          </p:cNvPr>
          <p:cNvSpPr>
            <a:spLocks noGrp="1"/>
          </p:cNvSpPr>
          <p:nvPr>
            <p:ph idx="1"/>
          </p:nvPr>
        </p:nvSpPr>
        <p:spPr>
          <a:xfrm>
            <a:off x="804672" y="2871982"/>
            <a:ext cx="4782458" cy="3181684"/>
          </a:xfrm>
        </p:spPr>
        <p:txBody>
          <a:bodyPr anchor="t">
            <a:normAutofit fontScale="70000" lnSpcReduction="20000"/>
          </a:bodyPr>
          <a:lstStyle/>
          <a:p>
            <a:r>
              <a:rPr lang="en-US" sz="3000" b="1" dirty="0">
                <a:effectLst/>
                <a:latin typeface="Arial" panose="020B0604020202020204" pitchFamily="34" charset="0"/>
                <a:ea typeface="Calibri" panose="020F0502020204030204" pitchFamily="34" charset="0"/>
                <a:cs typeface="Arial" panose="020B0604020202020204" pitchFamily="34" charset="0"/>
              </a:rPr>
              <a:t>A lot of American citizens are facing a lot of problems and thefts due to unknown prices of used cars so, they are searching every day for an application or any way to set determined prices for the used cars to avoid stealing from brokers or owners’ cheats.</a:t>
            </a:r>
            <a:endParaRPr lang="en-US" sz="3000" b="1" dirty="0">
              <a:effectLst/>
              <a:latin typeface="Calibri" panose="020F0502020204030204" pitchFamily="34" charset="0"/>
              <a:ea typeface="Calibri" panose="020F0502020204030204" pitchFamily="34" charset="0"/>
              <a:cs typeface="Arial" panose="020B0604020202020204" pitchFamily="34" charset="0"/>
            </a:endParaRPr>
          </a:p>
          <a:p>
            <a:endParaRPr lang="en-US" sz="1800" dirty="0"/>
          </a:p>
        </p:txBody>
      </p:sp>
    </p:spTree>
    <p:extLst>
      <p:ext uri="{BB962C8B-B14F-4D97-AF65-F5344CB8AC3E}">
        <p14:creationId xmlns:p14="http://schemas.microsoft.com/office/powerpoint/2010/main" val="880259874"/>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6C819-5D85-4EC5-9AD6-91006629AD14}"/>
              </a:ext>
            </a:extLst>
          </p:cNvPr>
          <p:cNvSpPr>
            <a:spLocks noGrp="1"/>
          </p:cNvSpPr>
          <p:nvPr>
            <p:ph type="title"/>
          </p:nvPr>
        </p:nvSpPr>
        <p:spPr>
          <a:xfrm>
            <a:off x="750242" y="632990"/>
            <a:ext cx="4062643" cy="1043409"/>
          </a:xfrm>
        </p:spPr>
        <p:txBody>
          <a:bodyPr>
            <a:normAutofit/>
          </a:bodyPr>
          <a:lstStyle/>
          <a:p>
            <a:r>
              <a:rPr lang="en-US" sz="3600" b="1" u="sng"/>
              <a:t>Target</a:t>
            </a:r>
            <a:r>
              <a:rPr lang="en-US" sz="3600"/>
              <a:t>:</a:t>
            </a:r>
          </a:p>
        </p:txBody>
      </p:sp>
      <p:sp>
        <p:nvSpPr>
          <p:cNvPr id="3" name="Content Placeholder 2">
            <a:extLst>
              <a:ext uri="{FF2B5EF4-FFF2-40B4-BE49-F238E27FC236}">
                <a16:creationId xmlns:a16="http://schemas.microsoft.com/office/drawing/2014/main" id="{717B0484-D4A1-45A4-8EAD-B9C18A1035CA}"/>
              </a:ext>
            </a:extLst>
          </p:cNvPr>
          <p:cNvSpPr>
            <a:spLocks noGrp="1"/>
          </p:cNvSpPr>
          <p:nvPr>
            <p:ph idx="1"/>
          </p:nvPr>
        </p:nvSpPr>
        <p:spPr>
          <a:xfrm>
            <a:off x="518474" y="1774372"/>
            <a:ext cx="4064409" cy="2754086"/>
          </a:xfrm>
        </p:spPr>
        <p:txBody>
          <a:bodyPr anchor="t">
            <a:normAutofit/>
          </a:bodyPr>
          <a:lstStyle/>
          <a:p>
            <a:r>
              <a:rPr lang="en-US" sz="1800" i="0">
                <a:effectLst/>
                <a:latin typeface="YADLjI9qxTA 0"/>
              </a:rPr>
              <a:t>How  to deploy a machine learning model which can predict the price of used cars in US based on data consisted.</a:t>
            </a:r>
            <a:endParaRPr lang="en-US" sz="1800"/>
          </a:p>
        </p:txBody>
      </p:sp>
      <p:pic>
        <p:nvPicPr>
          <p:cNvPr id="5" name="Graphic 4" descr="A lightbulb">
            <a:extLst>
              <a:ext uri="{FF2B5EF4-FFF2-40B4-BE49-F238E27FC236}">
                <a16:creationId xmlns:a16="http://schemas.microsoft.com/office/drawing/2014/main" id="{5B1104A8-F1FD-4C91-AAC3-B456928DD52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54416" y="643467"/>
            <a:ext cx="5278140" cy="5278140"/>
          </a:xfrm>
          <a:prstGeom prst="rect">
            <a:avLst/>
          </a:prstGeom>
        </p:spPr>
      </p:pic>
    </p:spTree>
    <p:extLst>
      <p:ext uri="{BB962C8B-B14F-4D97-AF65-F5344CB8AC3E}">
        <p14:creationId xmlns:p14="http://schemas.microsoft.com/office/powerpoint/2010/main" val="356830965"/>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8152A-24B0-495A-BDB4-A65DA974A16E}"/>
              </a:ext>
            </a:extLst>
          </p:cNvPr>
          <p:cNvSpPr>
            <a:spLocks noGrp="1"/>
          </p:cNvSpPr>
          <p:nvPr>
            <p:ph type="title"/>
          </p:nvPr>
        </p:nvSpPr>
        <p:spPr/>
        <p:txBody>
          <a:bodyPr/>
          <a:lstStyle/>
          <a:p>
            <a:r>
              <a:rPr lang="en-US" dirty="0"/>
              <a:t>Data Consisting:</a:t>
            </a:r>
            <a:br>
              <a:rPr lang="en-US" dirty="0"/>
            </a:br>
            <a:endParaRPr lang="en-US" dirty="0"/>
          </a:p>
        </p:txBody>
      </p:sp>
      <p:sp>
        <p:nvSpPr>
          <p:cNvPr id="3" name="Content Placeholder 2">
            <a:extLst>
              <a:ext uri="{FF2B5EF4-FFF2-40B4-BE49-F238E27FC236}">
                <a16:creationId xmlns:a16="http://schemas.microsoft.com/office/drawing/2014/main" id="{CF643C52-BFDD-4B94-BE9F-2CEF635F219D}"/>
              </a:ext>
            </a:extLst>
          </p:cNvPr>
          <p:cNvSpPr>
            <a:spLocks noGrp="1"/>
          </p:cNvSpPr>
          <p:nvPr>
            <p:ph idx="1"/>
          </p:nvPr>
        </p:nvSpPr>
        <p:spPr/>
        <p:txBody>
          <a:bodyPr>
            <a:noAutofit/>
          </a:bodyPr>
          <a:lstStyle/>
          <a:p>
            <a:r>
              <a:rPr lang="en-US" sz="2200" b="1" dirty="0">
                <a:effectLst/>
                <a:latin typeface="Arial" panose="020B0604020202020204" pitchFamily="34" charset="0"/>
                <a:ea typeface="Calibri" panose="020F0502020204030204" pitchFamily="34" charset="0"/>
                <a:cs typeface="Arial" panose="020B0604020202020204" pitchFamily="34" charset="0"/>
              </a:rPr>
              <a:t>The data is consisted of 852123 rows &amp; 8 columns.</a:t>
            </a:r>
            <a:endParaRPr lang="en-US" sz="2200" b="1" dirty="0">
              <a:effectLst/>
              <a:latin typeface="Calibri" panose="020F0502020204030204" pitchFamily="34" charset="0"/>
              <a:ea typeface="Calibri" panose="020F0502020204030204" pitchFamily="34" charset="0"/>
              <a:cs typeface="Arial" panose="020B0604020202020204" pitchFamily="34" charset="0"/>
            </a:endParaRPr>
          </a:p>
          <a:p>
            <a:r>
              <a:rPr lang="en-US" sz="2200" b="1" dirty="0">
                <a:effectLst/>
                <a:latin typeface="Arial" panose="020B0604020202020204" pitchFamily="34" charset="0"/>
                <a:ea typeface="Calibri" panose="020F0502020204030204" pitchFamily="34" charset="0"/>
                <a:cs typeface="Arial" panose="020B0604020202020204" pitchFamily="34" charset="0"/>
              </a:rPr>
              <a:t>Columns as below:</a:t>
            </a:r>
            <a:br>
              <a:rPr lang="en-US" sz="2200" b="1" dirty="0">
                <a:effectLst/>
                <a:latin typeface="Arial" panose="020B0604020202020204" pitchFamily="34" charset="0"/>
                <a:ea typeface="Calibri" panose="020F0502020204030204" pitchFamily="34" charset="0"/>
                <a:cs typeface="Arial" panose="020B0604020202020204" pitchFamily="34" charset="0"/>
              </a:rPr>
            </a:br>
            <a:r>
              <a:rPr lang="en-US" sz="2200" b="1" dirty="0">
                <a:effectLst/>
                <a:latin typeface="Arial" panose="020B0604020202020204" pitchFamily="34" charset="0"/>
                <a:ea typeface="Calibri" panose="020F0502020204030204" pitchFamily="34" charset="0"/>
                <a:cs typeface="Arial" panose="020B0604020202020204" pitchFamily="34" charset="0"/>
              </a:rPr>
              <a:t>- Price - Target Variable.</a:t>
            </a:r>
            <a:br>
              <a:rPr lang="en-US" sz="2200" b="1" dirty="0">
                <a:effectLst/>
                <a:latin typeface="Arial" panose="020B0604020202020204" pitchFamily="34" charset="0"/>
                <a:ea typeface="Calibri" panose="020F0502020204030204" pitchFamily="34" charset="0"/>
                <a:cs typeface="Arial" panose="020B0604020202020204" pitchFamily="34" charset="0"/>
              </a:rPr>
            </a:br>
            <a:r>
              <a:rPr lang="en-US" sz="2200" b="1" dirty="0">
                <a:effectLst/>
                <a:latin typeface="Arial" panose="020B0604020202020204" pitchFamily="34" charset="0"/>
                <a:ea typeface="Calibri" panose="020F0502020204030204" pitchFamily="34" charset="0"/>
                <a:cs typeface="Arial" panose="020B0604020202020204" pitchFamily="34" charset="0"/>
              </a:rPr>
              <a:t>- Year - Year of the car purchased.</a:t>
            </a:r>
            <a:br>
              <a:rPr lang="en-US" sz="2200" b="1" dirty="0">
                <a:effectLst/>
                <a:latin typeface="Arial" panose="020B0604020202020204" pitchFamily="34" charset="0"/>
                <a:ea typeface="Calibri" panose="020F0502020204030204" pitchFamily="34" charset="0"/>
                <a:cs typeface="Arial" panose="020B0604020202020204" pitchFamily="34" charset="0"/>
              </a:rPr>
            </a:br>
            <a:r>
              <a:rPr lang="en-US" sz="2200" b="1" dirty="0">
                <a:effectLst/>
                <a:latin typeface="Arial" panose="020B0604020202020204" pitchFamily="34" charset="0"/>
                <a:ea typeface="Calibri" panose="020F0502020204030204" pitchFamily="34" charset="0"/>
                <a:cs typeface="Arial" panose="020B0604020202020204" pitchFamily="34" charset="0"/>
              </a:rPr>
              <a:t>- Mileage - The </a:t>
            </a:r>
            <a:r>
              <a:rPr lang="en-US" sz="2200" b="1" dirty="0" err="1">
                <a:effectLst/>
                <a:latin typeface="Arial" panose="020B0604020202020204" pitchFamily="34" charset="0"/>
                <a:ea typeface="Calibri" panose="020F0502020204030204" pitchFamily="34" charset="0"/>
                <a:cs typeface="Arial" panose="020B0604020202020204" pitchFamily="34" charset="0"/>
              </a:rPr>
              <a:t>no.of</a:t>
            </a:r>
            <a:r>
              <a:rPr lang="en-US" sz="2200" b="1" dirty="0">
                <a:effectLst/>
                <a:latin typeface="Arial" panose="020B0604020202020204" pitchFamily="34" charset="0"/>
                <a:ea typeface="Calibri" panose="020F0502020204030204" pitchFamily="34" charset="0"/>
                <a:cs typeface="Arial" panose="020B0604020202020204" pitchFamily="34" charset="0"/>
              </a:rPr>
              <a:t> kms drove by the car.</a:t>
            </a:r>
            <a:br>
              <a:rPr lang="en-US" sz="2200" b="1" dirty="0">
                <a:effectLst/>
                <a:latin typeface="Arial" panose="020B0604020202020204" pitchFamily="34" charset="0"/>
                <a:ea typeface="Calibri" panose="020F0502020204030204" pitchFamily="34" charset="0"/>
                <a:cs typeface="Arial" panose="020B0604020202020204" pitchFamily="34" charset="0"/>
              </a:rPr>
            </a:br>
            <a:r>
              <a:rPr lang="en-US" sz="2200" b="1" dirty="0">
                <a:effectLst/>
                <a:latin typeface="Arial" panose="020B0604020202020204" pitchFamily="34" charset="0"/>
                <a:ea typeface="Calibri" panose="020F0502020204030204" pitchFamily="34" charset="0"/>
                <a:cs typeface="Arial" panose="020B0604020202020204" pitchFamily="34" charset="0"/>
              </a:rPr>
              <a:t>- City - In which city it was sold.</a:t>
            </a:r>
            <a:br>
              <a:rPr lang="en-US" sz="2200" b="1" dirty="0">
                <a:effectLst/>
                <a:latin typeface="Arial" panose="020B0604020202020204" pitchFamily="34" charset="0"/>
                <a:ea typeface="Calibri" panose="020F0502020204030204" pitchFamily="34" charset="0"/>
                <a:cs typeface="Arial" panose="020B0604020202020204" pitchFamily="34" charset="0"/>
              </a:rPr>
            </a:br>
            <a:r>
              <a:rPr lang="en-US" sz="2200" b="1" dirty="0">
                <a:effectLst/>
                <a:latin typeface="Arial" panose="020B0604020202020204" pitchFamily="34" charset="0"/>
                <a:ea typeface="Calibri" panose="020F0502020204030204" pitchFamily="34" charset="0"/>
                <a:cs typeface="Arial" panose="020B0604020202020204" pitchFamily="34" charset="0"/>
              </a:rPr>
              <a:t>- State - In which state it was sold.</a:t>
            </a:r>
            <a:br>
              <a:rPr lang="en-US" sz="2200" b="1" dirty="0">
                <a:effectLst/>
                <a:latin typeface="Arial" panose="020B0604020202020204" pitchFamily="34" charset="0"/>
                <a:ea typeface="Calibri" panose="020F0502020204030204" pitchFamily="34" charset="0"/>
                <a:cs typeface="Arial" panose="020B0604020202020204" pitchFamily="34" charset="0"/>
              </a:rPr>
            </a:br>
            <a:r>
              <a:rPr lang="en-US" sz="2200" b="1" dirty="0">
                <a:effectLst/>
                <a:latin typeface="Arial" panose="020B0604020202020204" pitchFamily="34" charset="0"/>
                <a:ea typeface="Calibri" panose="020F0502020204030204" pitchFamily="34" charset="0"/>
                <a:cs typeface="Arial" panose="020B0604020202020204" pitchFamily="34" charset="0"/>
              </a:rPr>
              <a:t>- Vin - a unique number for a car.</a:t>
            </a:r>
            <a:br>
              <a:rPr lang="en-US" sz="2200" b="1" dirty="0">
                <a:effectLst/>
                <a:latin typeface="Arial" panose="020B0604020202020204" pitchFamily="34" charset="0"/>
                <a:ea typeface="Calibri" panose="020F0502020204030204" pitchFamily="34" charset="0"/>
                <a:cs typeface="Arial" panose="020B0604020202020204" pitchFamily="34" charset="0"/>
              </a:rPr>
            </a:br>
            <a:r>
              <a:rPr lang="en-US" sz="2200" b="1" dirty="0">
                <a:effectLst/>
                <a:latin typeface="Arial" panose="020B0604020202020204" pitchFamily="34" charset="0"/>
                <a:ea typeface="Calibri" panose="020F0502020204030204" pitchFamily="34" charset="0"/>
                <a:cs typeface="Arial" panose="020B0604020202020204" pitchFamily="34" charset="0"/>
              </a:rPr>
              <a:t>- Make - Manufacturer of the car.</a:t>
            </a:r>
            <a:br>
              <a:rPr lang="en-US" sz="2200" b="1" dirty="0">
                <a:effectLst/>
                <a:latin typeface="Arial" panose="020B0604020202020204" pitchFamily="34" charset="0"/>
                <a:ea typeface="Calibri" panose="020F0502020204030204" pitchFamily="34" charset="0"/>
                <a:cs typeface="Arial" panose="020B0604020202020204" pitchFamily="34" charset="0"/>
              </a:rPr>
            </a:br>
            <a:r>
              <a:rPr lang="en-US" sz="2200" b="1" dirty="0">
                <a:effectLst/>
                <a:latin typeface="Arial" panose="020B0604020202020204" pitchFamily="34" charset="0"/>
                <a:ea typeface="Calibri" panose="020F0502020204030204" pitchFamily="34" charset="0"/>
                <a:cs typeface="Arial" panose="020B0604020202020204" pitchFamily="34" charset="0"/>
              </a:rPr>
              <a:t>- Model - The model(name) of the car.</a:t>
            </a:r>
            <a:endParaRPr lang="en-US" sz="2200" b="1" dirty="0">
              <a:effectLst/>
              <a:latin typeface="Calibri" panose="020F0502020204030204" pitchFamily="34" charset="0"/>
              <a:ea typeface="Calibri" panose="020F0502020204030204" pitchFamily="34" charset="0"/>
              <a:cs typeface="Arial" panose="020B0604020202020204" pitchFamily="34" charset="0"/>
            </a:endParaRPr>
          </a:p>
          <a:p>
            <a:endParaRPr lang="en-US" sz="2200" b="1" dirty="0"/>
          </a:p>
        </p:txBody>
      </p:sp>
    </p:spTree>
    <p:extLst>
      <p:ext uri="{BB962C8B-B14F-4D97-AF65-F5344CB8AC3E}">
        <p14:creationId xmlns:p14="http://schemas.microsoft.com/office/powerpoint/2010/main" val="2887152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8FFBB-CB71-4D33-BD89-62EC4F56BD8C}"/>
              </a:ext>
            </a:extLst>
          </p:cNvPr>
          <p:cNvSpPr>
            <a:spLocks noGrp="1"/>
          </p:cNvSpPr>
          <p:nvPr>
            <p:ph type="title"/>
          </p:nvPr>
        </p:nvSpPr>
        <p:spPr/>
        <p:txBody>
          <a:bodyPr/>
          <a:lstStyle/>
          <a:p>
            <a:r>
              <a:rPr lang="en-US" dirty="0"/>
              <a:t>Data Description</a:t>
            </a:r>
          </a:p>
        </p:txBody>
      </p:sp>
      <p:graphicFrame>
        <p:nvGraphicFramePr>
          <p:cNvPr id="4" name="Content Placeholder 3">
            <a:extLst>
              <a:ext uri="{FF2B5EF4-FFF2-40B4-BE49-F238E27FC236}">
                <a16:creationId xmlns:a16="http://schemas.microsoft.com/office/drawing/2014/main" id="{D9A4E583-FBEA-4F1E-BE83-0FA2ACF666FF}"/>
              </a:ext>
            </a:extLst>
          </p:cNvPr>
          <p:cNvGraphicFramePr>
            <a:graphicFrameLocks noGrp="1"/>
          </p:cNvGraphicFramePr>
          <p:nvPr>
            <p:ph idx="1"/>
          </p:nvPr>
        </p:nvGraphicFramePr>
        <p:xfrm>
          <a:off x="914400" y="2160270"/>
          <a:ext cx="10353676" cy="3566160"/>
        </p:xfrm>
        <a:graphic>
          <a:graphicData uri="http://schemas.openxmlformats.org/drawingml/2006/table">
            <a:tbl>
              <a:tblPr/>
              <a:tblGrid>
                <a:gridCol w="2588419">
                  <a:extLst>
                    <a:ext uri="{9D8B030D-6E8A-4147-A177-3AD203B41FA5}">
                      <a16:colId xmlns:a16="http://schemas.microsoft.com/office/drawing/2014/main" val="3378482332"/>
                    </a:ext>
                  </a:extLst>
                </a:gridCol>
                <a:gridCol w="2588419">
                  <a:extLst>
                    <a:ext uri="{9D8B030D-6E8A-4147-A177-3AD203B41FA5}">
                      <a16:colId xmlns:a16="http://schemas.microsoft.com/office/drawing/2014/main" val="2954073460"/>
                    </a:ext>
                  </a:extLst>
                </a:gridCol>
                <a:gridCol w="2588419">
                  <a:extLst>
                    <a:ext uri="{9D8B030D-6E8A-4147-A177-3AD203B41FA5}">
                      <a16:colId xmlns:a16="http://schemas.microsoft.com/office/drawing/2014/main" val="3080024518"/>
                    </a:ext>
                  </a:extLst>
                </a:gridCol>
                <a:gridCol w="2588419">
                  <a:extLst>
                    <a:ext uri="{9D8B030D-6E8A-4147-A177-3AD203B41FA5}">
                      <a16:colId xmlns:a16="http://schemas.microsoft.com/office/drawing/2014/main" val="532358337"/>
                    </a:ext>
                  </a:extLst>
                </a:gridCol>
              </a:tblGrid>
              <a:tr h="640080">
                <a:tc>
                  <a:txBody>
                    <a:bodyPr/>
                    <a:lstStyle/>
                    <a:p>
                      <a:pPr algn="r" fontAlgn="ctr"/>
                      <a:br>
                        <a:rPr lang="en-US" sz="1800" b="1">
                          <a:effectLst/>
                        </a:rPr>
                      </a:br>
                      <a:r>
                        <a:rPr lang="en-US" sz="1800" b="1">
                          <a:effectLst/>
                        </a:rPr>
                        <a:t>Price</a:t>
                      </a:r>
                    </a:p>
                  </a:txBody>
                  <a:tcPr anchor="ctr">
                    <a:lnL>
                      <a:noFill/>
                    </a:lnL>
                    <a:lnR>
                      <a:noFill/>
                    </a:lnR>
                    <a:lnT>
                      <a:noFill/>
                    </a:lnT>
                    <a:lnB>
                      <a:noFill/>
                    </a:lnB>
                  </a:tcPr>
                </a:tc>
                <a:tc>
                  <a:txBody>
                    <a:bodyPr/>
                    <a:lstStyle/>
                    <a:p>
                      <a:pPr algn="r" fontAlgn="ctr"/>
                      <a:r>
                        <a:rPr lang="en-US" sz="1800" b="1">
                          <a:effectLst/>
                        </a:rPr>
                        <a:t>Year</a:t>
                      </a:r>
                    </a:p>
                  </a:txBody>
                  <a:tcPr anchor="ctr">
                    <a:lnL>
                      <a:noFill/>
                    </a:lnL>
                    <a:lnR>
                      <a:noFill/>
                    </a:lnR>
                    <a:lnT>
                      <a:noFill/>
                    </a:lnT>
                    <a:lnB>
                      <a:noFill/>
                    </a:lnB>
                  </a:tcPr>
                </a:tc>
                <a:tc>
                  <a:txBody>
                    <a:bodyPr/>
                    <a:lstStyle/>
                    <a:p>
                      <a:pPr algn="r" fontAlgn="ctr"/>
                      <a:r>
                        <a:rPr lang="en-US" sz="1800" b="1">
                          <a:effectLst/>
                        </a:rPr>
                        <a:t>Mileage</a:t>
                      </a:r>
                    </a:p>
                  </a:txBody>
                  <a:tcPr anchor="ctr">
                    <a:lnL>
                      <a:noFill/>
                    </a:lnL>
                    <a:lnR>
                      <a:noFill/>
                    </a:lnR>
                    <a:lnT>
                      <a:noFill/>
                    </a:lnT>
                    <a:lnB>
                      <a:noFill/>
                    </a:lnB>
                  </a:tcPr>
                </a:tc>
                <a:tc>
                  <a:txBody>
                    <a:bodyPr/>
                    <a:lstStyle/>
                    <a:p>
                      <a:endParaRPr lang="en-US" sz="1800"/>
                    </a:p>
                  </a:txBody>
                  <a:tcPr>
                    <a:lnL>
                      <a:noFill/>
                    </a:lnL>
                  </a:tcPr>
                </a:tc>
                <a:extLst>
                  <a:ext uri="{0D108BD9-81ED-4DB2-BD59-A6C34878D82A}">
                    <a16:rowId xmlns:a16="http://schemas.microsoft.com/office/drawing/2014/main" val="3870346747"/>
                  </a:ext>
                </a:extLst>
              </a:tr>
              <a:tr h="365760">
                <a:tc>
                  <a:txBody>
                    <a:bodyPr/>
                    <a:lstStyle/>
                    <a:p>
                      <a:pPr algn="r" fontAlgn="ctr"/>
                      <a:r>
                        <a:rPr lang="en-US" sz="1800" b="1">
                          <a:effectLst/>
                        </a:rPr>
                        <a:t>count</a:t>
                      </a:r>
                    </a:p>
                  </a:txBody>
                  <a:tcPr anchor="ctr">
                    <a:lnL>
                      <a:noFill/>
                    </a:lnL>
                    <a:lnR>
                      <a:noFill/>
                    </a:lnR>
                    <a:lnT>
                      <a:noFill/>
                    </a:lnT>
                    <a:lnB>
                      <a:noFill/>
                    </a:lnB>
                    <a:solidFill>
                      <a:srgbClr val="F5F5F5"/>
                    </a:solidFill>
                  </a:tcPr>
                </a:tc>
                <a:tc>
                  <a:txBody>
                    <a:bodyPr/>
                    <a:lstStyle/>
                    <a:p>
                      <a:pPr algn="r" fontAlgn="ctr"/>
                      <a:r>
                        <a:rPr lang="en-US" sz="1800">
                          <a:effectLst/>
                        </a:rPr>
                        <a:t>852122.000000</a:t>
                      </a:r>
                    </a:p>
                  </a:txBody>
                  <a:tcPr anchor="ctr">
                    <a:lnL>
                      <a:noFill/>
                    </a:lnL>
                    <a:lnR>
                      <a:noFill/>
                    </a:lnR>
                    <a:lnT>
                      <a:noFill/>
                    </a:lnT>
                    <a:lnB>
                      <a:noFill/>
                    </a:lnB>
                    <a:solidFill>
                      <a:srgbClr val="F5F5F5"/>
                    </a:solidFill>
                  </a:tcPr>
                </a:tc>
                <a:tc>
                  <a:txBody>
                    <a:bodyPr/>
                    <a:lstStyle/>
                    <a:p>
                      <a:pPr algn="r" fontAlgn="ctr"/>
                      <a:r>
                        <a:rPr lang="en-US" sz="1800">
                          <a:effectLst/>
                        </a:rPr>
                        <a:t>852122.000000</a:t>
                      </a:r>
                    </a:p>
                  </a:txBody>
                  <a:tcPr anchor="ctr">
                    <a:lnL>
                      <a:noFill/>
                    </a:lnL>
                    <a:lnR>
                      <a:noFill/>
                    </a:lnR>
                    <a:lnT>
                      <a:noFill/>
                    </a:lnT>
                    <a:lnB>
                      <a:noFill/>
                    </a:lnB>
                    <a:solidFill>
                      <a:srgbClr val="F5F5F5"/>
                    </a:solidFill>
                  </a:tcPr>
                </a:tc>
                <a:tc>
                  <a:txBody>
                    <a:bodyPr/>
                    <a:lstStyle/>
                    <a:p>
                      <a:pPr algn="r" fontAlgn="ctr"/>
                      <a:r>
                        <a:rPr lang="en-US" sz="1800">
                          <a:effectLst/>
                        </a:rPr>
                        <a:t>8.521220e+05</a:t>
                      </a:r>
                    </a:p>
                  </a:txBody>
                  <a:tcPr anchor="ctr">
                    <a:lnL>
                      <a:noFill/>
                    </a:lnL>
                    <a:lnR>
                      <a:noFill/>
                    </a:lnR>
                    <a:lnB>
                      <a:noFill/>
                    </a:lnB>
                    <a:solidFill>
                      <a:srgbClr val="F5F5F5"/>
                    </a:solidFill>
                  </a:tcPr>
                </a:tc>
                <a:extLst>
                  <a:ext uri="{0D108BD9-81ED-4DB2-BD59-A6C34878D82A}">
                    <a16:rowId xmlns:a16="http://schemas.microsoft.com/office/drawing/2014/main" val="1877634129"/>
                  </a:ext>
                </a:extLst>
              </a:tr>
              <a:tr h="365760">
                <a:tc>
                  <a:txBody>
                    <a:bodyPr/>
                    <a:lstStyle/>
                    <a:p>
                      <a:pPr algn="r" fontAlgn="ctr"/>
                      <a:r>
                        <a:rPr lang="en-US" sz="1800" b="1">
                          <a:effectLst/>
                        </a:rPr>
                        <a:t>mean</a:t>
                      </a:r>
                    </a:p>
                  </a:txBody>
                  <a:tcPr anchor="ctr">
                    <a:lnL>
                      <a:noFill/>
                    </a:lnL>
                    <a:lnR>
                      <a:noFill/>
                    </a:lnR>
                    <a:lnT>
                      <a:noFill/>
                    </a:lnT>
                    <a:lnB>
                      <a:noFill/>
                    </a:lnB>
                  </a:tcPr>
                </a:tc>
                <a:tc>
                  <a:txBody>
                    <a:bodyPr/>
                    <a:lstStyle/>
                    <a:p>
                      <a:pPr algn="r" fontAlgn="ctr"/>
                      <a:r>
                        <a:rPr lang="en-US" sz="1800">
                          <a:effectLst/>
                        </a:rPr>
                        <a:t>21464.100210</a:t>
                      </a:r>
                    </a:p>
                  </a:txBody>
                  <a:tcPr anchor="ctr">
                    <a:lnL>
                      <a:noFill/>
                    </a:lnL>
                    <a:lnR>
                      <a:noFill/>
                    </a:lnR>
                    <a:lnT>
                      <a:noFill/>
                    </a:lnT>
                    <a:lnB>
                      <a:noFill/>
                    </a:lnB>
                  </a:tcPr>
                </a:tc>
                <a:tc>
                  <a:txBody>
                    <a:bodyPr/>
                    <a:lstStyle/>
                    <a:p>
                      <a:pPr algn="r" fontAlgn="ctr"/>
                      <a:r>
                        <a:rPr lang="en-US" sz="1800">
                          <a:effectLst/>
                        </a:rPr>
                        <a:t>2013.289145</a:t>
                      </a:r>
                    </a:p>
                  </a:txBody>
                  <a:tcPr anchor="ctr">
                    <a:lnL>
                      <a:noFill/>
                    </a:lnL>
                    <a:lnR>
                      <a:noFill/>
                    </a:lnR>
                    <a:lnT>
                      <a:noFill/>
                    </a:lnT>
                    <a:lnB>
                      <a:noFill/>
                    </a:lnB>
                  </a:tcPr>
                </a:tc>
                <a:tc>
                  <a:txBody>
                    <a:bodyPr/>
                    <a:lstStyle/>
                    <a:p>
                      <a:pPr algn="r" fontAlgn="ctr"/>
                      <a:r>
                        <a:rPr lang="en-US" sz="1800">
                          <a:effectLst/>
                        </a:rPr>
                        <a:t>5.250779e+04</a:t>
                      </a:r>
                    </a:p>
                  </a:txBody>
                  <a:tcPr anchor="ctr">
                    <a:lnL>
                      <a:noFill/>
                    </a:lnL>
                    <a:lnR>
                      <a:noFill/>
                    </a:lnR>
                    <a:lnT>
                      <a:noFill/>
                    </a:lnT>
                    <a:lnB>
                      <a:noFill/>
                    </a:lnB>
                  </a:tcPr>
                </a:tc>
                <a:extLst>
                  <a:ext uri="{0D108BD9-81ED-4DB2-BD59-A6C34878D82A}">
                    <a16:rowId xmlns:a16="http://schemas.microsoft.com/office/drawing/2014/main" val="2975420088"/>
                  </a:ext>
                </a:extLst>
              </a:tr>
              <a:tr h="365760">
                <a:tc>
                  <a:txBody>
                    <a:bodyPr/>
                    <a:lstStyle/>
                    <a:p>
                      <a:pPr algn="r" fontAlgn="ctr"/>
                      <a:r>
                        <a:rPr lang="en-US" sz="1800" b="1">
                          <a:effectLst/>
                        </a:rPr>
                        <a:t>std</a:t>
                      </a:r>
                    </a:p>
                  </a:txBody>
                  <a:tcPr anchor="ctr">
                    <a:lnL>
                      <a:noFill/>
                    </a:lnL>
                    <a:lnR>
                      <a:noFill/>
                    </a:lnR>
                    <a:lnT>
                      <a:noFill/>
                    </a:lnT>
                    <a:lnB>
                      <a:noFill/>
                    </a:lnB>
                    <a:solidFill>
                      <a:srgbClr val="F5F5F5"/>
                    </a:solidFill>
                  </a:tcPr>
                </a:tc>
                <a:tc>
                  <a:txBody>
                    <a:bodyPr/>
                    <a:lstStyle/>
                    <a:p>
                      <a:pPr algn="r" fontAlgn="ctr"/>
                      <a:r>
                        <a:rPr lang="en-US" sz="1800" dirty="0">
                          <a:effectLst/>
                        </a:rPr>
                        <a:t>13596.202241</a:t>
                      </a:r>
                    </a:p>
                  </a:txBody>
                  <a:tcPr anchor="ctr">
                    <a:lnL>
                      <a:noFill/>
                    </a:lnL>
                    <a:lnR>
                      <a:noFill/>
                    </a:lnR>
                    <a:lnT>
                      <a:noFill/>
                    </a:lnT>
                    <a:lnB>
                      <a:noFill/>
                    </a:lnB>
                    <a:solidFill>
                      <a:srgbClr val="F5F5F5"/>
                    </a:solidFill>
                  </a:tcPr>
                </a:tc>
                <a:tc>
                  <a:txBody>
                    <a:bodyPr/>
                    <a:lstStyle/>
                    <a:p>
                      <a:pPr algn="r" fontAlgn="ctr"/>
                      <a:r>
                        <a:rPr lang="en-US" sz="1800">
                          <a:effectLst/>
                        </a:rPr>
                        <a:t>3.414987</a:t>
                      </a:r>
                    </a:p>
                  </a:txBody>
                  <a:tcPr anchor="ctr">
                    <a:lnL>
                      <a:noFill/>
                    </a:lnL>
                    <a:lnR>
                      <a:noFill/>
                    </a:lnR>
                    <a:lnT>
                      <a:noFill/>
                    </a:lnT>
                    <a:lnB>
                      <a:noFill/>
                    </a:lnB>
                    <a:solidFill>
                      <a:srgbClr val="F5F5F5"/>
                    </a:solidFill>
                  </a:tcPr>
                </a:tc>
                <a:tc>
                  <a:txBody>
                    <a:bodyPr/>
                    <a:lstStyle/>
                    <a:p>
                      <a:pPr algn="r" fontAlgn="ctr"/>
                      <a:r>
                        <a:rPr lang="en-US" sz="1800">
                          <a:effectLst/>
                        </a:rPr>
                        <a:t>4.198896e+04</a:t>
                      </a:r>
                    </a:p>
                  </a:txBody>
                  <a:tcPr anchor="ctr">
                    <a:lnL>
                      <a:noFill/>
                    </a:lnL>
                    <a:lnR>
                      <a:noFill/>
                    </a:lnR>
                    <a:lnT>
                      <a:noFill/>
                    </a:lnT>
                    <a:lnB>
                      <a:noFill/>
                    </a:lnB>
                    <a:solidFill>
                      <a:srgbClr val="F5F5F5"/>
                    </a:solidFill>
                  </a:tcPr>
                </a:tc>
                <a:extLst>
                  <a:ext uri="{0D108BD9-81ED-4DB2-BD59-A6C34878D82A}">
                    <a16:rowId xmlns:a16="http://schemas.microsoft.com/office/drawing/2014/main" val="2812457599"/>
                  </a:ext>
                </a:extLst>
              </a:tr>
              <a:tr h="365760">
                <a:tc>
                  <a:txBody>
                    <a:bodyPr/>
                    <a:lstStyle/>
                    <a:p>
                      <a:pPr algn="r" fontAlgn="ctr"/>
                      <a:r>
                        <a:rPr lang="en-US" sz="1800" b="1">
                          <a:effectLst/>
                        </a:rPr>
                        <a:t>min</a:t>
                      </a:r>
                    </a:p>
                  </a:txBody>
                  <a:tcPr anchor="ctr">
                    <a:lnL>
                      <a:noFill/>
                    </a:lnL>
                    <a:lnR>
                      <a:noFill/>
                    </a:lnR>
                    <a:lnT>
                      <a:noFill/>
                    </a:lnT>
                    <a:lnB>
                      <a:noFill/>
                    </a:lnB>
                  </a:tcPr>
                </a:tc>
                <a:tc>
                  <a:txBody>
                    <a:bodyPr/>
                    <a:lstStyle/>
                    <a:p>
                      <a:pPr algn="r" fontAlgn="ctr"/>
                      <a:r>
                        <a:rPr lang="en-US" sz="1800">
                          <a:effectLst/>
                        </a:rPr>
                        <a:t>1500.000000</a:t>
                      </a:r>
                    </a:p>
                  </a:txBody>
                  <a:tcPr anchor="ctr">
                    <a:lnL>
                      <a:noFill/>
                    </a:lnL>
                    <a:lnR>
                      <a:noFill/>
                    </a:lnR>
                    <a:lnT>
                      <a:noFill/>
                    </a:lnT>
                    <a:lnB>
                      <a:noFill/>
                    </a:lnB>
                  </a:tcPr>
                </a:tc>
                <a:tc>
                  <a:txBody>
                    <a:bodyPr/>
                    <a:lstStyle/>
                    <a:p>
                      <a:pPr algn="r" fontAlgn="ctr"/>
                      <a:r>
                        <a:rPr lang="en-US" sz="1800">
                          <a:effectLst/>
                        </a:rPr>
                        <a:t>1997.000000</a:t>
                      </a:r>
                    </a:p>
                  </a:txBody>
                  <a:tcPr anchor="ctr">
                    <a:lnL>
                      <a:noFill/>
                    </a:lnL>
                    <a:lnR>
                      <a:noFill/>
                    </a:lnR>
                    <a:lnT>
                      <a:noFill/>
                    </a:lnT>
                    <a:lnB>
                      <a:noFill/>
                    </a:lnB>
                  </a:tcPr>
                </a:tc>
                <a:tc>
                  <a:txBody>
                    <a:bodyPr/>
                    <a:lstStyle/>
                    <a:p>
                      <a:pPr algn="r" fontAlgn="ctr"/>
                      <a:r>
                        <a:rPr lang="en-US" sz="1800">
                          <a:effectLst/>
                        </a:rPr>
                        <a:t>5.000000e+00</a:t>
                      </a:r>
                    </a:p>
                  </a:txBody>
                  <a:tcPr anchor="ctr">
                    <a:lnL>
                      <a:noFill/>
                    </a:lnL>
                    <a:lnR>
                      <a:noFill/>
                    </a:lnR>
                    <a:lnT>
                      <a:noFill/>
                    </a:lnT>
                    <a:lnB>
                      <a:noFill/>
                    </a:lnB>
                  </a:tcPr>
                </a:tc>
                <a:extLst>
                  <a:ext uri="{0D108BD9-81ED-4DB2-BD59-A6C34878D82A}">
                    <a16:rowId xmlns:a16="http://schemas.microsoft.com/office/drawing/2014/main" val="4236608271"/>
                  </a:ext>
                </a:extLst>
              </a:tr>
              <a:tr h="365760">
                <a:tc>
                  <a:txBody>
                    <a:bodyPr/>
                    <a:lstStyle/>
                    <a:p>
                      <a:pPr algn="r" fontAlgn="ctr"/>
                      <a:r>
                        <a:rPr lang="en-US" sz="1800" b="1">
                          <a:effectLst/>
                        </a:rPr>
                        <a:t>25%</a:t>
                      </a:r>
                    </a:p>
                  </a:txBody>
                  <a:tcPr anchor="ctr">
                    <a:lnL>
                      <a:noFill/>
                    </a:lnL>
                    <a:lnR>
                      <a:noFill/>
                    </a:lnR>
                    <a:lnT>
                      <a:noFill/>
                    </a:lnT>
                    <a:lnB>
                      <a:noFill/>
                    </a:lnB>
                    <a:solidFill>
                      <a:srgbClr val="F5F5F5"/>
                    </a:solidFill>
                  </a:tcPr>
                </a:tc>
                <a:tc>
                  <a:txBody>
                    <a:bodyPr/>
                    <a:lstStyle/>
                    <a:p>
                      <a:pPr algn="r" fontAlgn="ctr"/>
                      <a:r>
                        <a:rPr lang="en-US" sz="1800">
                          <a:effectLst/>
                        </a:rPr>
                        <a:t>13000.000000</a:t>
                      </a:r>
                    </a:p>
                  </a:txBody>
                  <a:tcPr anchor="ctr">
                    <a:lnL>
                      <a:noFill/>
                    </a:lnL>
                    <a:lnR>
                      <a:noFill/>
                    </a:lnR>
                    <a:lnT>
                      <a:noFill/>
                    </a:lnT>
                    <a:lnB>
                      <a:noFill/>
                    </a:lnB>
                    <a:solidFill>
                      <a:srgbClr val="F5F5F5"/>
                    </a:solidFill>
                  </a:tcPr>
                </a:tc>
                <a:tc>
                  <a:txBody>
                    <a:bodyPr/>
                    <a:lstStyle/>
                    <a:p>
                      <a:pPr algn="r" fontAlgn="ctr"/>
                      <a:r>
                        <a:rPr lang="en-US" sz="1800">
                          <a:effectLst/>
                        </a:rPr>
                        <a:t>2012.000000</a:t>
                      </a:r>
                    </a:p>
                  </a:txBody>
                  <a:tcPr anchor="ctr">
                    <a:lnL>
                      <a:noFill/>
                    </a:lnL>
                    <a:lnR>
                      <a:noFill/>
                    </a:lnR>
                    <a:lnT>
                      <a:noFill/>
                    </a:lnT>
                    <a:lnB>
                      <a:noFill/>
                    </a:lnB>
                    <a:solidFill>
                      <a:srgbClr val="F5F5F5"/>
                    </a:solidFill>
                  </a:tcPr>
                </a:tc>
                <a:tc>
                  <a:txBody>
                    <a:bodyPr/>
                    <a:lstStyle/>
                    <a:p>
                      <a:pPr algn="r" fontAlgn="ctr"/>
                      <a:r>
                        <a:rPr lang="en-US" sz="1800">
                          <a:effectLst/>
                        </a:rPr>
                        <a:t>2.383600e+04</a:t>
                      </a:r>
                    </a:p>
                  </a:txBody>
                  <a:tcPr anchor="ctr">
                    <a:lnL>
                      <a:noFill/>
                    </a:lnL>
                    <a:lnR>
                      <a:noFill/>
                    </a:lnR>
                    <a:lnT>
                      <a:noFill/>
                    </a:lnT>
                    <a:lnB>
                      <a:noFill/>
                    </a:lnB>
                    <a:solidFill>
                      <a:srgbClr val="F5F5F5"/>
                    </a:solidFill>
                  </a:tcPr>
                </a:tc>
                <a:extLst>
                  <a:ext uri="{0D108BD9-81ED-4DB2-BD59-A6C34878D82A}">
                    <a16:rowId xmlns:a16="http://schemas.microsoft.com/office/drawing/2014/main" val="1846874405"/>
                  </a:ext>
                </a:extLst>
              </a:tr>
              <a:tr h="365760">
                <a:tc>
                  <a:txBody>
                    <a:bodyPr/>
                    <a:lstStyle/>
                    <a:p>
                      <a:pPr algn="r" fontAlgn="ctr"/>
                      <a:r>
                        <a:rPr lang="en-US" sz="1800" b="1">
                          <a:effectLst/>
                        </a:rPr>
                        <a:t>50%</a:t>
                      </a:r>
                    </a:p>
                  </a:txBody>
                  <a:tcPr anchor="ctr">
                    <a:lnL>
                      <a:noFill/>
                    </a:lnL>
                    <a:lnR>
                      <a:noFill/>
                    </a:lnR>
                    <a:lnT>
                      <a:noFill/>
                    </a:lnT>
                    <a:lnB>
                      <a:noFill/>
                    </a:lnB>
                  </a:tcPr>
                </a:tc>
                <a:tc>
                  <a:txBody>
                    <a:bodyPr/>
                    <a:lstStyle/>
                    <a:p>
                      <a:pPr algn="r" fontAlgn="ctr"/>
                      <a:r>
                        <a:rPr lang="en-US" sz="1800">
                          <a:effectLst/>
                        </a:rPr>
                        <a:t>18500.000000</a:t>
                      </a:r>
                    </a:p>
                  </a:txBody>
                  <a:tcPr anchor="ctr">
                    <a:lnL>
                      <a:noFill/>
                    </a:lnL>
                    <a:lnR>
                      <a:noFill/>
                    </a:lnR>
                    <a:lnT>
                      <a:noFill/>
                    </a:lnT>
                    <a:lnB>
                      <a:noFill/>
                    </a:lnB>
                  </a:tcPr>
                </a:tc>
                <a:tc>
                  <a:txBody>
                    <a:bodyPr/>
                    <a:lstStyle/>
                    <a:p>
                      <a:pPr algn="r" fontAlgn="ctr"/>
                      <a:r>
                        <a:rPr lang="en-US" sz="1800">
                          <a:effectLst/>
                        </a:rPr>
                        <a:t>2014.000000</a:t>
                      </a:r>
                    </a:p>
                  </a:txBody>
                  <a:tcPr anchor="ctr">
                    <a:lnL>
                      <a:noFill/>
                    </a:lnL>
                    <a:lnR>
                      <a:noFill/>
                    </a:lnR>
                    <a:lnT>
                      <a:noFill/>
                    </a:lnT>
                    <a:lnB>
                      <a:noFill/>
                    </a:lnB>
                  </a:tcPr>
                </a:tc>
                <a:tc>
                  <a:txBody>
                    <a:bodyPr/>
                    <a:lstStyle/>
                    <a:p>
                      <a:pPr algn="r" fontAlgn="ctr"/>
                      <a:r>
                        <a:rPr lang="en-US" sz="1800">
                          <a:effectLst/>
                        </a:rPr>
                        <a:t>4.025600e+04</a:t>
                      </a:r>
                    </a:p>
                  </a:txBody>
                  <a:tcPr anchor="ctr">
                    <a:lnL>
                      <a:noFill/>
                    </a:lnL>
                    <a:lnR>
                      <a:noFill/>
                    </a:lnR>
                    <a:lnT>
                      <a:noFill/>
                    </a:lnT>
                    <a:lnB>
                      <a:noFill/>
                    </a:lnB>
                  </a:tcPr>
                </a:tc>
                <a:extLst>
                  <a:ext uri="{0D108BD9-81ED-4DB2-BD59-A6C34878D82A}">
                    <a16:rowId xmlns:a16="http://schemas.microsoft.com/office/drawing/2014/main" val="3471251737"/>
                  </a:ext>
                </a:extLst>
              </a:tr>
              <a:tr h="365760">
                <a:tc>
                  <a:txBody>
                    <a:bodyPr/>
                    <a:lstStyle/>
                    <a:p>
                      <a:pPr algn="r" fontAlgn="ctr"/>
                      <a:r>
                        <a:rPr lang="en-US" sz="1800" b="1">
                          <a:effectLst/>
                        </a:rPr>
                        <a:t>75%</a:t>
                      </a:r>
                    </a:p>
                  </a:txBody>
                  <a:tcPr anchor="ctr">
                    <a:lnL>
                      <a:noFill/>
                    </a:lnL>
                    <a:lnR>
                      <a:noFill/>
                    </a:lnR>
                    <a:lnT>
                      <a:noFill/>
                    </a:lnT>
                    <a:lnB>
                      <a:noFill/>
                    </a:lnB>
                    <a:solidFill>
                      <a:srgbClr val="F5F5F5"/>
                    </a:solidFill>
                  </a:tcPr>
                </a:tc>
                <a:tc>
                  <a:txBody>
                    <a:bodyPr/>
                    <a:lstStyle/>
                    <a:p>
                      <a:pPr algn="r" fontAlgn="ctr"/>
                      <a:r>
                        <a:rPr lang="en-US" sz="1800">
                          <a:effectLst/>
                        </a:rPr>
                        <a:t>26995.000000</a:t>
                      </a:r>
                    </a:p>
                  </a:txBody>
                  <a:tcPr anchor="ctr">
                    <a:lnL>
                      <a:noFill/>
                    </a:lnL>
                    <a:lnR>
                      <a:noFill/>
                    </a:lnR>
                    <a:lnT>
                      <a:noFill/>
                    </a:lnT>
                    <a:lnB>
                      <a:noFill/>
                    </a:lnB>
                    <a:solidFill>
                      <a:srgbClr val="F5F5F5"/>
                    </a:solidFill>
                  </a:tcPr>
                </a:tc>
                <a:tc>
                  <a:txBody>
                    <a:bodyPr/>
                    <a:lstStyle/>
                    <a:p>
                      <a:pPr algn="r" fontAlgn="ctr"/>
                      <a:r>
                        <a:rPr lang="en-US" sz="1800">
                          <a:effectLst/>
                        </a:rPr>
                        <a:t>2016.000000</a:t>
                      </a:r>
                    </a:p>
                  </a:txBody>
                  <a:tcPr anchor="ctr">
                    <a:lnL>
                      <a:noFill/>
                    </a:lnL>
                    <a:lnR>
                      <a:noFill/>
                    </a:lnR>
                    <a:lnT>
                      <a:noFill/>
                    </a:lnT>
                    <a:lnB>
                      <a:noFill/>
                    </a:lnB>
                    <a:solidFill>
                      <a:srgbClr val="F5F5F5"/>
                    </a:solidFill>
                  </a:tcPr>
                </a:tc>
                <a:tc>
                  <a:txBody>
                    <a:bodyPr/>
                    <a:lstStyle/>
                    <a:p>
                      <a:pPr algn="r" fontAlgn="ctr"/>
                      <a:r>
                        <a:rPr lang="en-US" sz="1800">
                          <a:effectLst/>
                        </a:rPr>
                        <a:t>7.218600e+04</a:t>
                      </a:r>
                    </a:p>
                  </a:txBody>
                  <a:tcPr anchor="ctr">
                    <a:lnL>
                      <a:noFill/>
                    </a:lnL>
                    <a:lnR>
                      <a:noFill/>
                    </a:lnR>
                    <a:lnT>
                      <a:noFill/>
                    </a:lnT>
                    <a:lnB>
                      <a:noFill/>
                    </a:lnB>
                    <a:solidFill>
                      <a:srgbClr val="F5F5F5"/>
                    </a:solidFill>
                  </a:tcPr>
                </a:tc>
                <a:extLst>
                  <a:ext uri="{0D108BD9-81ED-4DB2-BD59-A6C34878D82A}">
                    <a16:rowId xmlns:a16="http://schemas.microsoft.com/office/drawing/2014/main" val="810358858"/>
                  </a:ext>
                </a:extLst>
              </a:tr>
              <a:tr h="365760">
                <a:tc>
                  <a:txBody>
                    <a:bodyPr/>
                    <a:lstStyle/>
                    <a:p>
                      <a:pPr algn="r" fontAlgn="ctr"/>
                      <a:r>
                        <a:rPr lang="en-US" sz="1800" b="1">
                          <a:effectLst/>
                        </a:rPr>
                        <a:t>max</a:t>
                      </a:r>
                    </a:p>
                  </a:txBody>
                  <a:tcPr anchor="ctr">
                    <a:lnL>
                      <a:noFill/>
                    </a:lnL>
                    <a:lnR>
                      <a:noFill/>
                    </a:lnR>
                    <a:lnT>
                      <a:noFill/>
                    </a:lnT>
                    <a:lnB>
                      <a:noFill/>
                    </a:lnB>
                  </a:tcPr>
                </a:tc>
                <a:tc>
                  <a:txBody>
                    <a:bodyPr/>
                    <a:lstStyle/>
                    <a:p>
                      <a:pPr algn="r" fontAlgn="ctr"/>
                      <a:r>
                        <a:rPr lang="en-US" sz="1800">
                          <a:effectLst/>
                        </a:rPr>
                        <a:t>499500.000000</a:t>
                      </a:r>
                    </a:p>
                  </a:txBody>
                  <a:tcPr anchor="ctr">
                    <a:lnL>
                      <a:noFill/>
                    </a:lnL>
                    <a:lnR>
                      <a:noFill/>
                    </a:lnR>
                    <a:lnT>
                      <a:noFill/>
                    </a:lnT>
                    <a:lnB>
                      <a:noFill/>
                    </a:lnB>
                  </a:tcPr>
                </a:tc>
                <a:tc>
                  <a:txBody>
                    <a:bodyPr/>
                    <a:lstStyle/>
                    <a:p>
                      <a:pPr algn="r" fontAlgn="ctr"/>
                      <a:r>
                        <a:rPr lang="en-US" sz="1800">
                          <a:effectLst/>
                        </a:rPr>
                        <a:t>2018.000000</a:t>
                      </a:r>
                    </a:p>
                  </a:txBody>
                  <a:tcPr anchor="ctr">
                    <a:lnL>
                      <a:noFill/>
                    </a:lnL>
                    <a:lnR>
                      <a:noFill/>
                    </a:lnR>
                    <a:lnT>
                      <a:noFill/>
                    </a:lnT>
                    <a:lnB>
                      <a:noFill/>
                    </a:lnB>
                  </a:tcPr>
                </a:tc>
                <a:tc>
                  <a:txBody>
                    <a:bodyPr/>
                    <a:lstStyle/>
                    <a:p>
                      <a:pPr algn="r" fontAlgn="ctr"/>
                      <a:r>
                        <a:rPr lang="en-US" sz="1800" dirty="0">
                          <a:effectLst/>
                        </a:rPr>
                        <a:t>2.856196e+06</a:t>
                      </a:r>
                    </a:p>
                  </a:txBody>
                  <a:tcPr anchor="ctr">
                    <a:lnL>
                      <a:noFill/>
                    </a:lnL>
                    <a:lnR>
                      <a:noFill/>
                    </a:lnR>
                    <a:lnT>
                      <a:noFill/>
                    </a:lnT>
                    <a:lnB>
                      <a:noFill/>
                    </a:lnB>
                  </a:tcPr>
                </a:tc>
                <a:extLst>
                  <a:ext uri="{0D108BD9-81ED-4DB2-BD59-A6C34878D82A}">
                    <a16:rowId xmlns:a16="http://schemas.microsoft.com/office/drawing/2014/main" val="2872436671"/>
                  </a:ext>
                </a:extLst>
              </a:tr>
            </a:tbl>
          </a:graphicData>
        </a:graphic>
      </p:graphicFrame>
    </p:spTree>
    <p:extLst>
      <p:ext uri="{BB962C8B-B14F-4D97-AF65-F5344CB8AC3E}">
        <p14:creationId xmlns:p14="http://schemas.microsoft.com/office/powerpoint/2010/main" val="1433740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62837-2193-4564-8CD5-9ABE8986EA0F}"/>
              </a:ext>
            </a:extLst>
          </p:cNvPr>
          <p:cNvSpPr>
            <a:spLocks noGrp="1"/>
          </p:cNvSpPr>
          <p:nvPr>
            <p:ph type="title"/>
          </p:nvPr>
        </p:nvSpPr>
        <p:spPr/>
        <p:txBody>
          <a:bodyPr/>
          <a:lstStyle/>
          <a:p>
            <a:r>
              <a:rPr lang="en-US" dirty="0"/>
              <a:t>Preprocessing</a:t>
            </a:r>
            <a:br>
              <a:rPr lang="en-US" dirty="0"/>
            </a:br>
            <a:endParaRPr lang="en-US" dirty="0"/>
          </a:p>
        </p:txBody>
      </p:sp>
      <p:sp>
        <p:nvSpPr>
          <p:cNvPr id="3" name="Content Placeholder 2">
            <a:extLst>
              <a:ext uri="{FF2B5EF4-FFF2-40B4-BE49-F238E27FC236}">
                <a16:creationId xmlns:a16="http://schemas.microsoft.com/office/drawing/2014/main" id="{31D578D1-4020-4E60-8EE0-3000709C83F0}"/>
              </a:ext>
            </a:extLst>
          </p:cNvPr>
          <p:cNvSpPr>
            <a:spLocks noGrp="1"/>
          </p:cNvSpPr>
          <p:nvPr>
            <p:ph idx="1"/>
          </p:nvPr>
        </p:nvSpPr>
        <p:spPr/>
        <p:txBody>
          <a:bodyPr/>
          <a:lstStyle/>
          <a:p>
            <a:r>
              <a:rPr lang="en-US" dirty="0"/>
              <a:t>Removing duplicates from data</a:t>
            </a:r>
          </a:p>
          <a:p>
            <a:r>
              <a:rPr lang="en-US" dirty="0"/>
              <a:t>No Missing Values</a:t>
            </a:r>
          </a:p>
          <a:p>
            <a:r>
              <a:rPr lang="en-US" dirty="0"/>
              <a:t>No Nulls</a:t>
            </a:r>
          </a:p>
          <a:p>
            <a:r>
              <a:rPr lang="en-US" dirty="0"/>
              <a:t>Removing outliers</a:t>
            </a:r>
          </a:p>
          <a:p>
            <a:r>
              <a:rPr lang="en-US" dirty="0"/>
              <a:t>Dropping Vin Column</a:t>
            </a:r>
          </a:p>
        </p:txBody>
      </p:sp>
    </p:spTree>
    <p:extLst>
      <p:ext uri="{BB962C8B-B14F-4D97-AF65-F5344CB8AC3E}">
        <p14:creationId xmlns:p14="http://schemas.microsoft.com/office/powerpoint/2010/main" val="154822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D14F155F-F330-4561-9764-015777EC4340}"/>
              </a:ext>
            </a:extLst>
          </p:cNvPr>
          <p:cNvSpPr>
            <a:spLocks noGrp="1"/>
          </p:cNvSpPr>
          <p:nvPr>
            <p:ph type="title"/>
          </p:nvPr>
        </p:nvSpPr>
        <p:spPr>
          <a:xfrm>
            <a:off x="913796" y="4572001"/>
            <a:ext cx="3145284" cy="1737360"/>
          </a:xfrm>
        </p:spPr>
        <p:txBody>
          <a:bodyPr>
            <a:normAutofit/>
          </a:bodyPr>
          <a:lstStyle/>
          <a:p>
            <a:r>
              <a:rPr lang="en-US" sz="2800" dirty="0"/>
              <a:t>Analyzing Data</a:t>
            </a:r>
          </a:p>
        </p:txBody>
      </p:sp>
      <p:sp>
        <p:nvSpPr>
          <p:cNvPr id="15" name="Rectangle 11">
            <a:extLst>
              <a:ext uri="{FF2B5EF4-FFF2-40B4-BE49-F238E27FC236}">
                <a16:creationId xmlns:a16="http://schemas.microsoft.com/office/drawing/2014/main" id="{FF10F2A3-17E2-43F4-9483-468E43A60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23367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hart&#10;&#10;Description automatically generated">
            <a:extLst>
              <a:ext uri="{FF2B5EF4-FFF2-40B4-BE49-F238E27FC236}">
                <a16:creationId xmlns:a16="http://schemas.microsoft.com/office/drawing/2014/main" id="{FC5874A3-32CB-4724-ACCE-5AE72582C5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3794" y="886830"/>
            <a:ext cx="10353761" cy="2769631"/>
          </a:xfrm>
          <a:prstGeom prst="rect">
            <a:avLst/>
          </a:prstGeom>
        </p:spPr>
      </p:pic>
      <p:sp>
        <p:nvSpPr>
          <p:cNvPr id="9" name="Content Placeholder 8">
            <a:extLst>
              <a:ext uri="{FF2B5EF4-FFF2-40B4-BE49-F238E27FC236}">
                <a16:creationId xmlns:a16="http://schemas.microsoft.com/office/drawing/2014/main" id="{392E5609-5BF2-D2C6-87B5-78BD75BD7609}"/>
              </a:ext>
            </a:extLst>
          </p:cNvPr>
          <p:cNvSpPr>
            <a:spLocks noGrp="1"/>
          </p:cNvSpPr>
          <p:nvPr>
            <p:ph idx="1"/>
          </p:nvPr>
        </p:nvSpPr>
        <p:spPr>
          <a:xfrm>
            <a:off x="4380814" y="4571999"/>
            <a:ext cx="6886744" cy="1737359"/>
          </a:xfrm>
        </p:spPr>
        <p:txBody>
          <a:bodyPr anchor="ctr">
            <a:normAutofit/>
          </a:bodyPr>
          <a:lstStyle/>
          <a:p>
            <a:r>
              <a:rPr lang="en-US" sz="2200" dirty="0"/>
              <a:t>Count of sold cars for each year</a:t>
            </a:r>
          </a:p>
        </p:txBody>
      </p:sp>
    </p:spTree>
    <p:extLst>
      <p:ext uri="{BB962C8B-B14F-4D97-AF65-F5344CB8AC3E}">
        <p14:creationId xmlns:p14="http://schemas.microsoft.com/office/powerpoint/2010/main" val="3681640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F10F2A3-17E2-43F4-9483-468E43A60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23367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hart&#10;&#10;Description automatically generated with low confidence">
            <a:extLst>
              <a:ext uri="{FF2B5EF4-FFF2-40B4-BE49-F238E27FC236}">
                <a16:creationId xmlns:a16="http://schemas.microsoft.com/office/drawing/2014/main" id="{74118D91-DBE5-4F20-AC62-9845054C15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3794" y="718582"/>
            <a:ext cx="10353761" cy="3106127"/>
          </a:xfrm>
          <a:prstGeom prst="rect">
            <a:avLst/>
          </a:prstGeom>
        </p:spPr>
      </p:pic>
      <p:sp>
        <p:nvSpPr>
          <p:cNvPr id="9" name="Content Placeholder 8">
            <a:extLst>
              <a:ext uri="{FF2B5EF4-FFF2-40B4-BE49-F238E27FC236}">
                <a16:creationId xmlns:a16="http://schemas.microsoft.com/office/drawing/2014/main" id="{CA8CAD5B-69E5-D07B-F26B-03B5A0A9AF6D}"/>
              </a:ext>
            </a:extLst>
          </p:cNvPr>
          <p:cNvSpPr>
            <a:spLocks noGrp="1"/>
          </p:cNvSpPr>
          <p:nvPr>
            <p:ph idx="1"/>
          </p:nvPr>
        </p:nvSpPr>
        <p:spPr>
          <a:xfrm>
            <a:off x="4380811" y="4571366"/>
            <a:ext cx="6886744" cy="1737359"/>
          </a:xfrm>
        </p:spPr>
        <p:txBody>
          <a:bodyPr anchor="ctr">
            <a:normAutofit/>
          </a:bodyPr>
          <a:lstStyle/>
          <a:p>
            <a:r>
              <a:rPr lang="en-US" sz="2200" dirty="0"/>
              <a:t>Top 10 high priced cars Brand &amp; Model</a:t>
            </a:r>
          </a:p>
        </p:txBody>
      </p:sp>
      <p:sp>
        <p:nvSpPr>
          <p:cNvPr id="8" name="Title 1">
            <a:extLst>
              <a:ext uri="{FF2B5EF4-FFF2-40B4-BE49-F238E27FC236}">
                <a16:creationId xmlns:a16="http://schemas.microsoft.com/office/drawing/2014/main" id="{C61ED807-0EA2-4C50-B737-116C62E18522}"/>
              </a:ext>
            </a:extLst>
          </p:cNvPr>
          <p:cNvSpPr>
            <a:spLocks noGrp="1"/>
          </p:cNvSpPr>
          <p:nvPr>
            <p:ph type="title"/>
          </p:nvPr>
        </p:nvSpPr>
        <p:spPr>
          <a:xfrm>
            <a:off x="914400" y="4572000"/>
            <a:ext cx="3144838" cy="1736725"/>
          </a:xfrm>
        </p:spPr>
        <p:txBody>
          <a:bodyPr>
            <a:normAutofit/>
          </a:bodyPr>
          <a:lstStyle/>
          <a:p>
            <a:r>
              <a:rPr lang="en-US" sz="2800" dirty="0"/>
              <a:t>Analyzing Data</a:t>
            </a:r>
          </a:p>
        </p:txBody>
      </p:sp>
      <p:sp>
        <p:nvSpPr>
          <p:cNvPr id="6" name="Rectangle 1">
            <a:extLst>
              <a:ext uri="{FF2B5EF4-FFF2-40B4-BE49-F238E27FC236}">
                <a16:creationId xmlns:a16="http://schemas.microsoft.com/office/drawing/2014/main" id="{E675EF74-C6F9-48F7-9C42-25398AC72795}"/>
              </a:ext>
            </a:extLst>
          </p:cNvPr>
          <p:cNvSpPr>
            <a:spLocks noChangeArrowheads="1"/>
          </p:cNvSpPr>
          <p:nvPr/>
        </p:nvSpPr>
        <p:spPr bwMode="auto">
          <a:xfrm>
            <a:off x="-3" y="-633"/>
            <a:ext cx="12192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ourier New" panose="02070309020205020404" pitchFamily="49" charset="0"/>
              </a:rPr>
              <a:t>Top 10 high priced Brand &amp; Model</a:t>
            </a:r>
            <a:r>
              <a:rPr kumimoji="0" lang="en-US" altLang="en-US" sz="11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F2A8B157-76E7-422C-BA26-505F338438A7}"/>
              </a:ext>
            </a:extLst>
          </p:cNvPr>
          <p:cNvSpPr>
            <a:spLocks noChangeArrowheads="1"/>
          </p:cNvSpPr>
          <p:nvPr/>
        </p:nvSpPr>
        <p:spPr bwMode="auto">
          <a:xfrm>
            <a:off x="152400" y="152400"/>
            <a:ext cx="12192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ourier New" panose="02070309020205020404" pitchFamily="49" charset="0"/>
              </a:rPr>
              <a:t>Top 10 high priced Brand &amp; Model</a:t>
            </a:r>
            <a:r>
              <a:rPr kumimoji="0" lang="en-US" altLang="en-US" sz="11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Rectangle 3">
            <a:extLst>
              <a:ext uri="{FF2B5EF4-FFF2-40B4-BE49-F238E27FC236}">
                <a16:creationId xmlns:a16="http://schemas.microsoft.com/office/drawing/2014/main" id="{9A2BCF62-73FB-487E-B191-178588A8F42B}"/>
              </a:ext>
            </a:extLst>
          </p:cNvPr>
          <p:cNvSpPr>
            <a:spLocks noChangeArrowheads="1"/>
          </p:cNvSpPr>
          <p:nvPr/>
        </p:nvSpPr>
        <p:spPr bwMode="auto">
          <a:xfrm>
            <a:off x="304800" y="304800"/>
            <a:ext cx="12192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ourier New" panose="02070309020205020404" pitchFamily="49" charset="0"/>
              </a:rPr>
              <a:t>Top 10 high priced Brand &amp; Model</a:t>
            </a:r>
            <a:r>
              <a:rPr kumimoji="0" lang="en-US" altLang="en-US" sz="11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11203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286D2-9288-4D03-80B3-5E67BA9C6448}"/>
              </a:ext>
            </a:extLst>
          </p:cNvPr>
          <p:cNvSpPr>
            <a:spLocks noGrp="1"/>
          </p:cNvSpPr>
          <p:nvPr>
            <p:ph type="title"/>
          </p:nvPr>
        </p:nvSpPr>
        <p:spPr>
          <a:xfrm>
            <a:off x="913795" y="609600"/>
            <a:ext cx="10353761" cy="1326321"/>
          </a:xfrm>
        </p:spPr>
        <p:txBody>
          <a:bodyPr>
            <a:normAutofit/>
          </a:bodyPr>
          <a:lstStyle/>
          <a:p>
            <a:r>
              <a:rPr lang="en-US" dirty="0"/>
              <a:t>Max Price</a:t>
            </a:r>
          </a:p>
        </p:txBody>
      </p:sp>
      <p:graphicFrame>
        <p:nvGraphicFramePr>
          <p:cNvPr id="4" name="Content Placeholder 3">
            <a:extLst>
              <a:ext uri="{FF2B5EF4-FFF2-40B4-BE49-F238E27FC236}">
                <a16:creationId xmlns:a16="http://schemas.microsoft.com/office/drawing/2014/main" id="{023AC886-AFD1-47AB-9E78-79A422E5EF41}"/>
              </a:ext>
            </a:extLst>
          </p:cNvPr>
          <p:cNvGraphicFramePr>
            <a:graphicFrameLocks noGrp="1"/>
          </p:cNvGraphicFramePr>
          <p:nvPr>
            <p:ph idx="1"/>
            <p:extLst>
              <p:ext uri="{D42A27DB-BD31-4B8C-83A1-F6EECF244321}">
                <p14:modId xmlns:p14="http://schemas.microsoft.com/office/powerpoint/2010/main" val="3632463687"/>
              </p:ext>
            </p:extLst>
          </p:nvPr>
        </p:nvGraphicFramePr>
        <p:xfrm>
          <a:off x="914400" y="3396504"/>
          <a:ext cx="10353679" cy="1026189"/>
        </p:xfrm>
        <a:graphic>
          <a:graphicData uri="http://schemas.openxmlformats.org/drawingml/2006/table">
            <a:tbl>
              <a:tblPr/>
              <a:tblGrid>
                <a:gridCol w="1024256">
                  <a:extLst>
                    <a:ext uri="{9D8B030D-6E8A-4147-A177-3AD203B41FA5}">
                      <a16:colId xmlns:a16="http://schemas.microsoft.com/office/drawing/2014/main" val="3320709053"/>
                    </a:ext>
                  </a:extLst>
                </a:gridCol>
                <a:gridCol w="1024256">
                  <a:extLst>
                    <a:ext uri="{9D8B030D-6E8A-4147-A177-3AD203B41FA5}">
                      <a16:colId xmlns:a16="http://schemas.microsoft.com/office/drawing/2014/main" val="1780769344"/>
                    </a:ext>
                  </a:extLst>
                </a:gridCol>
                <a:gridCol w="1096727">
                  <a:extLst>
                    <a:ext uri="{9D8B030D-6E8A-4147-A177-3AD203B41FA5}">
                      <a16:colId xmlns:a16="http://schemas.microsoft.com/office/drawing/2014/main" val="4207692933"/>
                    </a:ext>
                  </a:extLst>
                </a:gridCol>
                <a:gridCol w="782686">
                  <a:extLst>
                    <a:ext uri="{9D8B030D-6E8A-4147-A177-3AD203B41FA5}">
                      <a16:colId xmlns:a16="http://schemas.microsoft.com/office/drawing/2014/main" val="1952672698"/>
                    </a:ext>
                  </a:extLst>
                </a:gridCol>
                <a:gridCol w="1169198">
                  <a:extLst>
                    <a:ext uri="{9D8B030D-6E8A-4147-A177-3AD203B41FA5}">
                      <a16:colId xmlns:a16="http://schemas.microsoft.com/office/drawing/2014/main" val="2492223739"/>
                    </a:ext>
                  </a:extLst>
                </a:gridCol>
                <a:gridCol w="637744">
                  <a:extLst>
                    <a:ext uri="{9D8B030D-6E8A-4147-A177-3AD203B41FA5}">
                      <a16:colId xmlns:a16="http://schemas.microsoft.com/office/drawing/2014/main" val="1645384297"/>
                    </a:ext>
                  </a:extLst>
                </a:gridCol>
                <a:gridCol w="2642772">
                  <a:extLst>
                    <a:ext uri="{9D8B030D-6E8A-4147-A177-3AD203B41FA5}">
                      <a16:colId xmlns:a16="http://schemas.microsoft.com/office/drawing/2014/main" val="2386221240"/>
                    </a:ext>
                  </a:extLst>
                </a:gridCol>
                <a:gridCol w="1265825">
                  <a:extLst>
                    <a:ext uri="{9D8B030D-6E8A-4147-A177-3AD203B41FA5}">
                      <a16:colId xmlns:a16="http://schemas.microsoft.com/office/drawing/2014/main" val="1760562605"/>
                    </a:ext>
                  </a:extLst>
                </a:gridCol>
                <a:gridCol w="710215">
                  <a:extLst>
                    <a:ext uri="{9D8B030D-6E8A-4147-A177-3AD203B41FA5}">
                      <a16:colId xmlns:a16="http://schemas.microsoft.com/office/drawing/2014/main" val="1073090933"/>
                    </a:ext>
                  </a:extLst>
                </a:gridCol>
              </a:tblGrid>
              <a:tr h="382647">
                <a:tc>
                  <a:txBody>
                    <a:bodyPr/>
                    <a:lstStyle/>
                    <a:p>
                      <a:pPr algn="r" fontAlgn="ctr">
                        <a:spcBef>
                          <a:spcPts val="0"/>
                        </a:spcBef>
                        <a:spcAft>
                          <a:spcPts val="0"/>
                        </a:spcAft>
                      </a:pPr>
                      <a:r>
                        <a:rPr lang="en-US" sz="1700" b="1" i="0" u="none" strike="noStrike">
                          <a:effectLst/>
                          <a:latin typeface="Arial" panose="020B0604020202020204" pitchFamily="34" charset="0"/>
                        </a:rPr>
                        <a:t>Price</a:t>
                      </a:r>
                      <a:endParaRPr lang="en-US" sz="1700" b="0" i="0" u="none" strike="noStrike">
                        <a:effectLst/>
                        <a:latin typeface="Arial" panose="020B0604020202020204" pitchFamily="34" charset="0"/>
                      </a:endParaRPr>
                    </a:p>
                  </a:txBody>
                  <a:tcPr marL="86965" marR="86965" marT="43483" marB="43483" anchor="ctr">
                    <a:lnL>
                      <a:noFill/>
                    </a:lnL>
                    <a:lnR>
                      <a:noFill/>
                    </a:lnR>
                    <a:lnT>
                      <a:noFill/>
                    </a:lnT>
                    <a:lnB>
                      <a:noFill/>
                    </a:lnB>
                  </a:tcPr>
                </a:tc>
                <a:tc>
                  <a:txBody>
                    <a:bodyPr/>
                    <a:lstStyle/>
                    <a:p>
                      <a:pPr algn="r" fontAlgn="ctr">
                        <a:spcBef>
                          <a:spcPts val="0"/>
                        </a:spcBef>
                        <a:spcAft>
                          <a:spcPts val="0"/>
                        </a:spcAft>
                      </a:pPr>
                      <a:r>
                        <a:rPr lang="en-US" sz="1700" b="1" i="0" u="none" strike="noStrike">
                          <a:effectLst/>
                          <a:latin typeface="Arial" panose="020B0604020202020204" pitchFamily="34" charset="0"/>
                        </a:rPr>
                        <a:t>Year</a:t>
                      </a:r>
                      <a:endParaRPr lang="en-US" sz="1700" b="0" i="0" u="none" strike="noStrike">
                        <a:effectLst/>
                        <a:latin typeface="Arial" panose="020B0604020202020204" pitchFamily="34" charset="0"/>
                      </a:endParaRPr>
                    </a:p>
                  </a:txBody>
                  <a:tcPr marL="86965" marR="86965" marT="43483" marB="43483" anchor="ctr">
                    <a:lnL>
                      <a:noFill/>
                    </a:lnL>
                    <a:lnR>
                      <a:noFill/>
                    </a:lnR>
                    <a:lnT>
                      <a:noFill/>
                    </a:lnT>
                    <a:lnB>
                      <a:noFill/>
                    </a:lnB>
                  </a:tcPr>
                </a:tc>
                <a:tc>
                  <a:txBody>
                    <a:bodyPr/>
                    <a:lstStyle/>
                    <a:p>
                      <a:pPr algn="r" fontAlgn="ctr">
                        <a:spcBef>
                          <a:spcPts val="0"/>
                        </a:spcBef>
                        <a:spcAft>
                          <a:spcPts val="0"/>
                        </a:spcAft>
                      </a:pPr>
                      <a:r>
                        <a:rPr lang="en-US" sz="1700" b="1" i="0" u="none" strike="noStrike">
                          <a:effectLst/>
                          <a:latin typeface="Arial" panose="020B0604020202020204" pitchFamily="34" charset="0"/>
                        </a:rPr>
                        <a:t>Mileage</a:t>
                      </a:r>
                      <a:endParaRPr lang="en-US" sz="1700" b="0" i="0" u="none" strike="noStrike">
                        <a:effectLst/>
                        <a:latin typeface="Arial" panose="020B0604020202020204" pitchFamily="34" charset="0"/>
                      </a:endParaRPr>
                    </a:p>
                  </a:txBody>
                  <a:tcPr marL="86965" marR="86965" marT="43483" marB="43483" anchor="ctr">
                    <a:lnL>
                      <a:noFill/>
                    </a:lnL>
                    <a:lnR>
                      <a:noFill/>
                    </a:lnR>
                    <a:lnT>
                      <a:noFill/>
                    </a:lnT>
                    <a:lnB>
                      <a:noFill/>
                    </a:lnB>
                  </a:tcPr>
                </a:tc>
                <a:tc>
                  <a:txBody>
                    <a:bodyPr/>
                    <a:lstStyle/>
                    <a:p>
                      <a:pPr algn="r" fontAlgn="ctr">
                        <a:spcBef>
                          <a:spcPts val="0"/>
                        </a:spcBef>
                        <a:spcAft>
                          <a:spcPts val="0"/>
                        </a:spcAft>
                      </a:pPr>
                      <a:r>
                        <a:rPr lang="en-US" sz="1700" b="1" i="0" u="none" strike="noStrike">
                          <a:effectLst/>
                          <a:latin typeface="Arial" panose="020B0604020202020204" pitchFamily="34" charset="0"/>
                        </a:rPr>
                        <a:t>City</a:t>
                      </a:r>
                      <a:endParaRPr lang="en-US" sz="1700" b="0" i="0" u="none" strike="noStrike">
                        <a:effectLst/>
                        <a:latin typeface="Arial" panose="020B0604020202020204" pitchFamily="34" charset="0"/>
                      </a:endParaRPr>
                    </a:p>
                  </a:txBody>
                  <a:tcPr marL="86965" marR="86965" marT="43483" marB="43483" anchor="ctr">
                    <a:lnL>
                      <a:noFill/>
                    </a:lnL>
                    <a:lnR>
                      <a:noFill/>
                    </a:lnR>
                    <a:lnT>
                      <a:noFill/>
                    </a:lnT>
                    <a:lnB>
                      <a:noFill/>
                    </a:lnB>
                  </a:tcPr>
                </a:tc>
                <a:tc>
                  <a:txBody>
                    <a:bodyPr/>
                    <a:lstStyle/>
                    <a:p>
                      <a:pPr algn="r" fontAlgn="ctr">
                        <a:spcBef>
                          <a:spcPts val="0"/>
                        </a:spcBef>
                        <a:spcAft>
                          <a:spcPts val="0"/>
                        </a:spcAft>
                      </a:pPr>
                      <a:r>
                        <a:rPr lang="en-US" sz="1700" b="1" i="0" u="none" strike="noStrike">
                          <a:effectLst/>
                          <a:latin typeface="Arial" panose="020B0604020202020204" pitchFamily="34" charset="0"/>
                        </a:rPr>
                        <a:t>State</a:t>
                      </a:r>
                      <a:endParaRPr lang="en-US" sz="1700" b="0" i="0" u="none" strike="noStrike">
                        <a:effectLst/>
                        <a:latin typeface="Arial" panose="020B0604020202020204" pitchFamily="34" charset="0"/>
                      </a:endParaRPr>
                    </a:p>
                  </a:txBody>
                  <a:tcPr marL="86965" marR="86965" marT="43483" marB="43483" anchor="ctr">
                    <a:lnL>
                      <a:noFill/>
                    </a:lnL>
                    <a:lnR>
                      <a:noFill/>
                    </a:lnR>
                    <a:lnT>
                      <a:noFill/>
                    </a:lnT>
                    <a:lnB>
                      <a:noFill/>
                    </a:lnB>
                  </a:tcPr>
                </a:tc>
                <a:tc>
                  <a:txBody>
                    <a:bodyPr/>
                    <a:lstStyle/>
                    <a:p>
                      <a:pPr algn="r" fontAlgn="ctr">
                        <a:spcBef>
                          <a:spcPts val="0"/>
                        </a:spcBef>
                        <a:spcAft>
                          <a:spcPts val="0"/>
                        </a:spcAft>
                      </a:pPr>
                      <a:r>
                        <a:rPr lang="en-US" sz="1700" b="1" i="0" u="none" strike="noStrike">
                          <a:effectLst/>
                          <a:latin typeface="Arial" panose="020B0604020202020204" pitchFamily="34" charset="0"/>
                        </a:rPr>
                        <a:t>Vin</a:t>
                      </a:r>
                      <a:endParaRPr lang="en-US" sz="1700" b="0" i="0" u="none" strike="noStrike">
                        <a:effectLst/>
                        <a:latin typeface="Arial" panose="020B0604020202020204" pitchFamily="34" charset="0"/>
                      </a:endParaRPr>
                    </a:p>
                  </a:txBody>
                  <a:tcPr marL="86965" marR="86965" marT="43483" marB="43483" anchor="ctr">
                    <a:lnL>
                      <a:noFill/>
                    </a:lnL>
                    <a:lnR>
                      <a:noFill/>
                    </a:lnR>
                    <a:lnT>
                      <a:noFill/>
                    </a:lnT>
                    <a:lnB>
                      <a:noFill/>
                    </a:lnB>
                  </a:tcPr>
                </a:tc>
                <a:tc>
                  <a:txBody>
                    <a:bodyPr/>
                    <a:lstStyle/>
                    <a:p>
                      <a:pPr algn="r" fontAlgn="ctr">
                        <a:spcBef>
                          <a:spcPts val="0"/>
                        </a:spcBef>
                        <a:spcAft>
                          <a:spcPts val="0"/>
                        </a:spcAft>
                      </a:pPr>
                      <a:r>
                        <a:rPr lang="en-US" sz="1700" b="1" i="0" u="none" strike="noStrike">
                          <a:effectLst/>
                          <a:latin typeface="Arial" panose="020B0604020202020204" pitchFamily="34" charset="0"/>
                        </a:rPr>
                        <a:t>Make</a:t>
                      </a:r>
                      <a:endParaRPr lang="en-US" sz="1700" b="0" i="0" u="none" strike="noStrike">
                        <a:effectLst/>
                        <a:latin typeface="Arial" panose="020B0604020202020204" pitchFamily="34" charset="0"/>
                      </a:endParaRPr>
                    </a:p>
                  </a:txBody>
                  <a:tcPr marL="86965" marR="86965" marT="43483" marB="43483" anchor="ctr">
                    <a:lnL>
                      <a:noFill/>
                    </a:lnL>
                    <a:lnR>
                      <a:noFill/>
                    </a:lnR>
                    <a:lnT>
                      <a:noFill/>
                    </a:lnT>
                    <a:lnB>
                      <a:noFill/>
                    </a:lnB>
                  </a:tcPr>
                </a:tc>
                <a:tc>
                  <a:txBody>
                    <a:bodyPr/>
                    <a:lstStyle/>
                    <a:p>
                      <a:pPr algn="r" fontAlgn="ctr">
                        <a:spcBef>
                          <a:spcPts val="0"/>
                        </a:spcBef>
                        <a:spcAft>
                          <a:spcPts val="0"/>
                        </a:spcAft>
                      </a:pPr>
                      <a:r>
                        <a:rPr lang="en-US" sz="1700" b="1" i="0" u="none" strike="noStrike">
                          <a:effectLst/>
                          <a:latin typeface="Arial" panose="020B0604020202020204" pitchFamily="34" charset="0"/>
                        </a:rPr>
                        <a:t>Model</a:t>
                      </a:r>
                      <a:endParaRPr lang="en-US" sz="1700" b="0" i="0" u="none" strike="noStrike">
                        <a:effectLst/>
                        <a:latin typeface="Arial" panose="020B0604020202020204" pitchFamily="34" charset="0"/>
                      </a:endParaRPr>
                    </a:p>
                  </a:txBody>
                  <a:tcPr marL="86965" marR="86965" marT="43483" marB="43483" anchor="ctr">
                    <a:lnL>
                      <a:noFill/>
                    </a:lnL>
                    <a:lnR>
                      <a:noFill/>
                    </a:lnR>
                    <a:lnT>
                      <a:noFill/>
                    </a:lnT>
                    <a:lnB>
                      <a:noFill/>
                    </a:lnB>
                  </a:tcPr>
                </a:tc>
                <a:tc>
                  <a:txBody>
                    <a:bodyPr/>
                    <a:lstStyle/>
                    <a:p>
                      <a:pPr algn="l" fontAlgn="t">
                        <a:spcBef>
                          <a:spcPts val="0"/>
                        </a:spcBef>
                        <a:spcAft>
                          <a:spcPts val="0"/>
                        </a:spcAft>
                      </a:pPr>
                      <a:endParaRPr lang="en-US" sz="1700" b="0" i="0" u="none" strike="noStrike">
                        <a:effectLst/>
                        <a:latin typeface="Arial" panose="020B0604020202020204" pitchFamily="34" charset="0"/>
                      </a:endParaRPr>
                    </a:p>
                  </a:txBody>
                  <a:tcPr marL="86965" marR="86965" marT="43483" marB="43483">
                    <a:lnL>
                      <a:noFill/>
                    </a:lnL>
                    <a:lnR>
                      <a:noFill/>
                    </a:lnR>
                    <a:lnT>
                      <a:noFill/>
                    </a:lnT>
                    <a:lnB>
                      <a:noFill/>
                    </a:lnB>
                  </a:tcPr>
                </a:tc>
                <a:extLst>
                  <a:ext uri="{0D108BD9-81ED-4DB2-BD59-A6C34878D82A}">
                    <a16:rowId xmlns:a16="http://schemas.microsoft.com/office/drawing/2014/main" val="1755739513"/>
                  </a:ext>
                </a:extLst>
              </a:tr>
              <a:tr h="643542">
                <a:tc>
                  <a:txBody>
                    <a:bodyPr/>
                    <a:lstStyle/>
                    <a:p>
                      <a:pPr algn="r" fontAlgn="ctr">
                        <a:spcBef>
                          <a:spcPts val="0"/>
                        </a:spcBef>
                        <a:spcAft>
                          <a:spcPts val="0"/>
                        </a:spcAft>
                      </a:pPr>
                      <a:r>
                        <a:rPr lang="en-US" sz="1700" b="1" i="0" u="none" strike="noStrike">
                          <a:solidFill>
                            <a:srgbClr val="000000"/>
                          </a:solidFill>
                          <a:effectLst/>
                          <a:latin typeface="Arial" panose="020B0604020202020204" pitchFamily="34" charset="0"/>
                        </a:rPr>
                        <a:t>622265</a:t>
                      </a:r>
                      <a:endParaRPr lang="en-US" sz="1700" b="0" i="0" u="none" strike="noStrike">
                        <a:solidFill>
                          <a:srgbClr val="000000"/>
                        </a:solidFill>
                        <a:effectLst/>
                        <a:latin typeface="Arial" panose="020B0604020202020204" pitchFamily="34" charset="0"/>
                      </a:endParaRPr>
                    </a:p>
                  </a:txBody>
                  <a:tcPr marL="86965" marR="86965" marT="43483" marB="43483" anchor="ctr">
                    <a:lnL>
                      <a:noFill/>
                    </a:lnL>
                    <a:lnR>
                      <a:noFill/>
                    </a:lnR>
                    <a:lnT>
                      <a:noFill/>
                    </a:lnT>
                    <a:lnB>
                      <a:noFill/>
                    </a:lnB>
                    <a:solidFill>
                      <a:srgbClr val="F5F5F5"/>
                    </a:solidFill>
                  </a:tcPr>
                </a:tc>
                <a:tc>
                  <a:txBody>
                    <a:bodyPr/>
                    <a:lstStyle/>
                    <a:p>
                      <a:pPr algn="r" fontAlgn="ctr">
                        <a:spcBef>
                          <a:spcPts val="0"/>
                        </a:spcBef>
                        <a:spcAft>
                          <a:spcPts val="0"/>
                        </a:spcAft>
                      </a:pPr>
                      <a:r>
                        <a:rPr lang="en-US" sz="1700" b="0" i="0" u="none" strike="noStrike">
                          <a:solidFill>
                            <a:srgbClr val="000000"/>
                          </a:solidFill>
                          <a:effectLst/>
                          <a:latin typeface="Arial" panose="020B0604020202020204" pitchFamily="34" charset="0"/>
                        </a:rPr>
                        <a:t>499500</a:t>
                      </a:r>
                    </a:p>
                  </a:txBody>
                  <a:tcPr marL="86965" marR="86965" marT="43483" marB="43483" anchor="ctr">
                    <a:lnL>
                      <a:noFill/>
                    </a:lnL>
                    <a:lnR>
                      <a:noFill/>
                    </a:lnR>
                    <a:lnT>
                      <a:noFill/>
                    </a:lnT>
                    <a:lnB>
                      <a:noFill/>
                    </a:lnB>
                    <a:solidFill>
                      <a:srgbClr val="F5F5F5"/>
                    </a:solidFill>
                  </a:tcPr>
                </a:tc>
                <a:tc>
                  <a:txBody>
                    <a:bodyPr/>
                    <a:lstStyle/>
                    <a:p>
                      <a:pPr algn="r" fontAlgn="ctr">
                        <a:spcBef>
                          <a:spcPts val="0"/>
                        </a:spcBef>
                        <a:spcAft>
                          <a:spcPts val="0"/>
                        </a:spcAft>
                      </a:pPr>
                      <a:r>
                        <a:rPr lang="en-US" sz="1700" b="0" i="0" u="none" strike="noStrike">
                          <a:solidFill>
                            <a:srgbClr val="000000"/>
                          </a:solidFill>
                          <a:effectLst/>
                          <a:latin typeface="Arial" panose="020B0604020202020204" pitchFamily="34" charset="0"/>
                        </a:rPr>
                        <a:t>2014</a:t>
                      </a:r>
                    </a:p>
                  </a:txBody>
                  <a:tcPr marL="86965" marR="86965" marT="43483" marB="43483" anchor="ctr">
                    <a:lnL>
                      <a:noFill/>
                    </a:lnL>
                    <a:lnR>
                      <a:noFill/>
                    </a:lnR>
                    <a:lnT>
                      <a:noFill/>
                    </a:lnT>
                    <a:lnB>
                      <a:noFill/>
                    </a:lnB>
                    <a:solidFill>
                      <a:srgbClr val="F5F5F5"/>
                    </a:solidFill>
                  </a:tcPr>
                </a:tc>
                <a:tc>
                  <a:txBody>
                    <a:bodyPr/>
                    <a:lstStyle/>
                    <a:p>
                      <a:pPr algn="r" fontAlgn="ctr">
                        <a:spcBef>
                          <a:spcPts val="0"/>
                        </a:spcBef>
                        <a:spcAft>
                          <a:spcPts val="0"/>
                        </a:spcAft>
                      </a:pPr>
                      <a:r>
                        <a:rPr lang="en-US" sz="1700" b="0" i="0" u="none" strike="noStrike">
                          <a:solidFill>
                            <a:srgbClr val="000000"/>
                          </a:solidFill>
                          <a:effectLst/>
                          <a:latin typeface="Arial" panose="020B0604020202020204" pitchFamily="34" charset="0"/>
                        </a:rPr>
                        <a:t>3260</a:t>
                      </a:r>
                    </a:p>
                  </a:txBody>
                  <a:tcPr marL="86965" marR="86965" marT="43483" marB="43483" anchor="ctr">
                    <a:lnL>
                      <a:noFill/>
                    </a:lnL>
                    <a:lnR>
                      <a:noFill/>
                    </a:lnR>
                    <a:lnT>
                      <a:noFill/>
                    </a:lnT>
                    <a:lnB>
                      <a:noFill/>
                    </a:lnB>
                    <a:solidFill>
                      <a:srgbClr val="F5F5F5"/>
                    </a:solidFill>
                  </a:tcPr>
                </a:tc>
                <a:tc>
                  <a:txBody>
                    <a:bodyPr/>
                    <a:lstStyle/>
                    <a:p>
                      <a:pPr algn="r" fontAlgn="ctr">
                        <a:spcBef>
                          <a:spcPts val="0"/>
                        </a:spcBef>
                        <a:spcAft>
                          <a:spcPts val="0"/>
                        </a:spcAft>
                      </a:pPr>
                      <a:r>
                        <a:rPr lang="en-US" sz="1700" b="0" i="0" u="none" strike="noStrike">
                          <a:solidFill>
                            <a:srgbClr val="000000"/>
                          </a:solidFill>
                          <a:effectLst/>
                          <a:latin typeface="Arial" panose="020B0604020202020204" pitchFamily="34" charset="0"/>
                        </a:rPr>
                        <a:t>Westville</a:t>
                      </a:r>
                    </a:p>
                  </a:txBody>
                  <a:tcPr marL="86965" marR="86965" marT="43483" marB="43483" anchor="ctr">
                    <a:lnL>
                      <a:noFill/>
                    </a:lnL>
                    <a:lnR>
                      <a:noFill/>
                    </a:lnR>
                    <a:lnT>
                      <a:noFill/>
                    </a:lnT>
                    <a:lnB>
                      <a:noFill/>
                    </a:lnB>
                    <a:solidFill>
                      <a:srgbClr val="F5F5F5"/>
                    </a:solidFill>
                  </a:tcPr>
                </a:tc>
                <a:tc>
                  <a:txBody>
                    <a:bodyPr/>
                    <a:lstStyle/>
                    <a:p>
                      <a:pPr algn="r" fontAlgn="ctr">
                        <a:spcBef>
                          <a:spcPts val="0"/>
                        </a:spcBef>
                        <a:spcAft>
                          <a:spcPts val="0"/>
                        </a:spcAft>
                      </a:pPr>
                      <a:r>
                        <a:rPr lang="en-US" sz="1700" b="0" i="0" u="none" strike="noStrike">
                          <a:solidFill>
                            <a:srgbClr val="000000"/>
                          </a:solidFill>
                          <a:effectLst/>
                          <a:latin typeface="Arial" panose="020B0604020202020204" pitchFamily="34" charset="0"/>
                        </a:rPr>
                        <a:t>NJ</a:t>
                      </a:r>
                    </a:p>
                  </a:txBody>
                  <a:tcPr marL="86965" marR="86965" marT="43483" marB="43483" anchor="ctr">
                    <a:lnL>
                      <a:noFill/>
                    </a:lnL>
                    <a:lnR>
                      <a:noFill/>
                    </a:lnR>
                    <a:lnT>
                      <a:noFill/>
                    </a:lnT>
                    <a:lnB>
                      <a:noFill/>
                    </a:lnB>
                    <a:solidFill>
                      <a:srgbClr val="F5F5F5"/>
                    </a:solidFill>
                  </a:tcPr>
                </a:tc>
                <a:tc>
                  <a:txBody>
                    <a:bodyPr/>
                    <a:lstStyle/>
                    <a:p>
                      <a:pPr algn="r" fontAlgn="ctr">
                        <a:spcBef>
                          <a:spcPts val="0"/>
                        </a:spcBef>
                        <a:spcAft>
                          <a:spcPts val="0"/>
                        </a:spcAft>
                      </a:pPr>
                      <a:r>
                        <a:rPr lang="en-US" sz="1700" b="0" i="0" u="none" strike="noStrike">
                          <a:solidFill>
                            <a:srgbClr val="000000"/>
                          </a:solidFill>
                          <a:effectLst/>
                          <a:latin typeface="Arial" panose="020B0604020202020204" pitchFamily="34" charset="0"/>
                        </a:rPr>
                        <a:t>WDDRJ7HA4EA010693</a:t>
                      </a:r>
                    </a:p>
                  </a:txBody>
                  <a:tcPr marL="86965" marR="86965" marT="43483" marB="43483" anchor="ctr">
                    <a:lnL>
                      <a:noFill/>
                    </a:lnL>
                    <a:lnR>
                      <a:noFill/>
                    </a:lnR>
                    <a:lnT>
                      <a:noFill/>
                    </a:lnT>
                    <a:lnB>
                      <a:noFill/>
                    </a:lnB>
                    <a:solidFill>
                      <a:srgbClr val="F5F5F5"/>
                    </a:solidFill>
                  </a:tcPr>
                </a:tc>
                <a:tc>
                  <a:txBody>
                    <a:bodyPr/>
                    <a:lstStyle/>
                    <a:p>
                      <a:pPr algn="r" fontAlgn="ctr">
                        <a:spcBef>
                          <a:spcPts val="0"/>
                        </a:spcBef>
                        <a:spcAft>
                          <a:spcPts val="0"/>
                        </a:spcAft>
                      </a:pPr>
                      <a:r>
                        <a:rPr lang="en-US" sz="1700" b="0" i="0" u="none" strike="noStrike">
                          <a:solidFill>
                            <a:srgbClr val="000000"/>
                          </a:solidFill>
                          <a:effectLst/>
                          <a:latin typeface="Arial" panose="020B0604020202020204" pitchFamily="34" charset="0"/>
                        </a:rPr>
                        <a:t>Mercedes-Benz</a:t>
                      </a:r>
                    </a:p>
                  </a:txBody>
                  <a:tcPr marL="86965" marR="86965" marT="43483" marB="43483" anchor="ctr">
                    <a:lnL>
                      <a:noFill/>
                    </a:lnL>
                    <a:lnR>
                      <a:noFill/>
                    </a:lnR>
                    <a:lnT>
                      <a:noFill/>
                    </a:lnT>
                    <a:lnB>
                      <a:noFill/>
                    </a:lnB>
                    <a:solidFill>
                      <a:srgbClr val="F5F5F5"/>
                    </a:solidFill>
                  </a:tcPr>
                </a:tc>
                <a:tc>
                  <a:txBody>
                    <a:bodyPr/>
                    <a:lstStyle/>
                    <a:p>
                      <a:pPr algn="r" fontAlgn="ctr">
                        <a:spcBef>
                          <a:spcPts val="0"/>
                        </a:spcBef>
                        <a:spcAft>
                          <a:spcPts val="0"/>
                        </a:spcAft>
                      </a:pPr>
                      <a:r>
                        <a:rPr lang="en-US" sz="1700" b="0" i="0" u="none" strike="noStrike" dirty="0">
                          <a:solidFill>
                            <a:srgbClr val="000000"/>
                          </a:solidFill>
                          <a:effectLst/>
                          <a:latin typeface="Arial" panose="020B0604020202020204" pitchFamily="34" charset="0"/>
                        </a:rPr>
                        <a:t>SLS</a:t>
                      </a:r>
                    </a:p>
                  </a:txBody>
                  <a:tcPr marL="86965" marR="86965" marT="43483" marB="43483" anchor="ctr">
                    <a:lnL>
                      <a:noFill/>
                    </a:lnL>
                    <a:lnR>
                      <a:noFill/>
                    </a:lnR>
                    <a:lnT>
                      <a:noFill/>
                    </a:lnT>
                    <a:lnB>
                      <a:noFill/>
                    </a:lnB>
                    <a:solidFill>
                      <a:srgbClr val="F5F5F5"/>
                    </a:solidFill>
                  </a:tcPr>
                </a:tc>
                <a:extLst>
                  <a:ext uri="{0D108BD9-81ED-4DB2-BD59-A6C34878D82A}">
                    <a16:rowId xmlns:a16="http://schemas.microsoft.com/office/drawing/2014/main" val="2984574859"/>
                  </a:ext>
                </a:extLst>
              </a:tr>
            </a:tbl>
          </a:graphicData>
        </a:graphic>
      </p:graphicFrame>
    </p:spTree>
    <p:extLst>
      <p:ext uri="{BB962C8B-B14F-4D97-AF65-F5344CB8AC3E}">
        <p14:creationId xmlns:p14="http://schemas.microsoft.com/office/powerpoint/2010/main" val="296901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CF631-0822-40F4-85FC-8D30D90FD805}"/>
              </a:ext>
            </a:extLst>
          </p:cNvPr>
          <p:cNvSpPr>
            <a:spLocks noGrp="1"/>
          </p:cNvSpPr>
          <p:nvPr>
            <p:ph type="title"/>
          </p:nvPr>
        </p:nvSpPr>
        <p:spPr>
          <a:xfrm>
            <a:off x="913795" y="609600"/>
            <a:ext cx="10353761" cy="1326321"/>
          </a:xfrm>
        </p:spPr>
        <p:txBody>
          <a:bodyPr>
            <a:normAutofit/>
          </a:bodyPr>
          <a:lstStyle/>
          <a:p>
            <a:r>
              <a:rPr lang="en-US" dirty="0"/>
              <a:t>Min Price</a:t>
            </a:r>
          </a:p>
        </p:txBody>
      </p:sp>
      <p:graphicFrame>
        <p:nvGraphicFramePr>
          <p:cNvPr id="4" name="Content Placeholder 3">
            <a:extLst>
              <a:ext uri="{FF2B5EF4-FFF2-40B4-BE49-F238E27FC236}">
                <a16:creationId xmlns:a16="http://schemas.microsoft.com/office/drawing/2014/main" id="{751E014B-EE3E-405D-80B2-F680CEC6EEA8}"/>
              </a:ext>
            </a:extLst>
          </p:cNvPr>
          <p:cNvGraphicFramePr>
            <a:graphicFrameLocks noGrp="1"/>
          </p:cNvGraphicFramePr>
          <p:nvPr>
            <p:ph idx="1"/>
            <p:extLst>
              <p:ext uri="{D42A27DB-BD31-4B8C-83A1-F6EECF244321}">
                <p14:modId xmlns:p14="http://schemas.microsoft.com/office/powerpoint/2010/main" val="3327733560"/>
              </p:ext>
            </p:extLst>
          </p:nvPr>
        </p:nvGraphicFramePr>
        <p:xfrm>
          <a:off x="1299109" y="2257654"/>
          <a:ext cx="9584261" cy="3303888"/>
        </p:xfrm>
        <a:graphic>
          <a:graphicData uri="http://schemas.openxmlformats.org/drawingml/2006/table">
            <a:tbl>
              <a:tblPr firstRow="1" bandRow="1">
                <a:solidFill>
                  <a:srgbClr val="F2F2F2">
                    <a:alpha val="30196"/>
                  </a:srgbClr>
                </a:solidFill>
              </a:tblPr>
              <a:tblGrid>
                <a:gridCol w="859607">
                  <a:extLst>
                    <a:ext uri="{9D8B030D-6E8A-4147-A177-3AD203B41FA5}">
                      <a16:colId xmlns:a16="http://schemas.microsoft.com/office/drawing/2014/main" val="1476605279"/>
                    </a:ext>
                  </a:extLst>
                </a:gridCol>
                <a:gridCol w="678810">
                  <a:extLst>
                    <a:ext uri="{9D8B030D-6E8A-4147-A177-3AD203B41FA5}">
                      <a16:colId xmlns:a16="http://schemas.microsoft.com/office/drawing/2014/main" val="183985290"/>
                    </a:ext>
                  </a:extLst>
                </a:gridCol>
                <a:gridCol w="925653">
                  <a:extLst>
                    <a:ext uri="{9D8B030D-6E8A-4147-A177-3AD203B41FA5}">
                      <a16:colId xmlns:a16="http://schemas.microsoft.com/office/drawing/2014/main" val="3743517014"/>
                    </a:ext>
                  </a:extLst>
                </a:gridCol>
                <a:gridCol w="851132">
                  <a:extLst>
                    <a:ext uri="{9D8B030D-6E8A-4147-A177-3AD203B41FA5}">
                      <a16:colId xmlns:a16="http://schemas.microsoft.com/office/drawing/2014/main" val="1625195818"/>
                    </a:ext>
                  </a:extLst>
                </a:gridCol>
                <a:gridCol w="1246625">
                  <a:extLst>
                    <a:ext uri="{9D8B030D-6E8A-4147-A177-3AD203B41FA5}">
                      <a16:colId xmlns:a16="http://schemas.microsoft.com/office/drawing/2014/main" val="3186112948"/>
                    </a:ext>
                  </a:extLst>
                </a:gridCol>
                <a:gridCol w="582762">
                  <a:extLst>
                    <a:ext uri="{9D8B030D-6E8A-4147-A177-3AD203B41FA5}">
                      <a16:colId xmlns:a16="http://schemas.microsoft.com/office/drawing/2014/main" val="2391164019"/>
                    </a:ext>
                  </a:extLst>
                </a:gridCol>
                <a:gridCol w="2051736">
                  <a:extLst>
                    <a:ext uri="{9D8B030D-6E8A-4147-A177-3AD203B41FA5}">
                      <a16:colId xmlns:a16="http://schemas.microsoft.com/office/drawing/2014/main" val="1577963745"/>
                    </a:ext>
                  </a:extLst>
                </a:gridCol>
                <a:gridCol w="1206737">
                  <a:extLst>
                    <a:ext uri="{9D8B030D-6E8A-4147-A177-3AD203B41FA5}">
                      <a16:colId xmlns:a16="http://schemas.microsoft.com/office/drawing/2014/main" val="2617032116"/>
                    </a:ext>
                  </a:extLst>
                </a:gridCol>
                <a:gridCol w="1181199">
                  <a:extLst>
                    <a:ext uri="{9D8B030D-6E8A-4147-A177-3AD203B41FA5}">
                      <a16:colId xmlns:a16="http://schemas.microsoft.com/office/drawing/2014/main" val="1165455045"/>
                    </a:ext>
                  </a:extLst>
                </a:gridCol>
              </a:tblGrid>
              <a:tr h="275324">
                <a:tc>
                  <a:txBody>
                    <a:bodyPr/>
                    <a:lstStyle/>
                    <a:p>
                      <a:pPr algn="r" fontAlgn="ctr"/>
                      <a:r>
                        <a:rPr lang="en-US" sz="900" b="0" cap="none" spc="0">
                          <a:solidFill>
                            <a:schemeClr val="bg1"/>
                          </a:solidFill>
                          <a:effectLst/>
                        </a:rPr>
                        <a:t>Price</a:t>
                      </a:r>
                    </a:p>
                  </a:txBody>
                  <a:tcPr marL="75617" marR="21767" marT="58167" marB="58167" anchor="ctr">
                    <a:lnL w="19050" cap="flat" cmpd="sng" algn="ctr">
                      <a:noFill/>
                      <a:prstDash val="solid"/>
                    </a:lnL>
                    <a:lnR w="12700" cmpd="sng">
                      <a:noFill/>
                    </a:lnR>
                    <a:lnT w="19050" cap="flat" cmpd="sng" algn="ctr">
                      <a:noFill/>
                      <a:prstDash val="solid"/>
                    </a:lnT>
                    <a:lnB w="38100" cmpd="sng">
                      <a:noFill/>
                    </a:lnB>
                    <a:solidFill>
                      <a:schemeClr val="accent1"/>
                    </a:solidFill>
                  </a:tcPr>
                </a:tc>
                <a:tc>
                  <a:txBody>
                    <a:bodyPr/>
                    <a:lstStyle/>
                    <a:p>
                      <a:pPr algn="r" fontAlgn="ctr"/>
                      <a:r>
                        <a:rPr lang="en-US" sz="900" b="0" cap="none" spc="0">
                          <a:solidFill>
                            <a:schemeClr val="bg1"/>
                          </a:solidFill>
                          <a:effectLst/>
                        </a:rPr>
                        <a:t>Year</a:t>
                      </a:r>
                    </a:p>
                  </a:txBody>
                  <a:tcPr marL="75617" marR="21767" marT="58167" marB="58167" anchor="ctr">
                    <a:lnL w="12700" cmpd="sng">
                      <a:noFill/>
                    </a:lnL>
                    <a:lnR w="12700" cmpd="sng">
                      <a:noFill/>
                    </a:lnR>
                    <a:lnT w="19050" cap="flat" cmpd="sng" algn="ctr">
                      <a:noFill/>
                      <a:prstDash val="solid"/>
                    </a:lnT>
                    <a:lnB w="38100" cmpd="sng">
                      <a:noFill/>
                    </a:lnB>
                    <a:solidFill>
                      <a:schemeClr val="accent1"/>
                    </a:solidFill>
                  </a:tcPr>
                </a:tc>
                <a:tc>
                  <a:txBody>
                    <a:bodyPr/>
                    <a:lstStyle/>
                    <a:p>
                      <a:pPr algn="r" fontAlgn="ctr"/>
                      <a:r>
                        <a:rPr lang="en-US" sz="900" b="0" cap="none" spc="0">
                          <a:solidFill>
                            <a:schemeClr val="bg1"/>
                          </a:solidFill>
                          <a:effectLst/>
                        </a:rPr>
                        <a:t>Mileage</a:t>
                      </a:r>
                    </a:p>
                  </a:txBody>
                  <a:tcPr marL="75617" marR="21767" marT="58167" marB="58167" anchor="ctr">
                    <a:lnL w="12700" cmpd="sng">
                      <a:noFill/>
                    </a:lnL>
                    <a:lnR w="12700" cmpd="sng">
                      <a:noFill/>
                    </a:lnR>
                    <a:lnT w="19050" cap="flat" cmpd="sng" algn="ctr">
                      <a:noFill/>
                      <a:prstDash val="solid"/>
                    </a:lnT>
                    <a:lnB w="38100" cmpd="sng">
                      <a:noFill/>
                    </a:lnB>
                    <a:solidFill>
                      <a:schemeClr val="accent1"/>
                    </a:solidFill>
                  </a:tcPr>
                </a:tc>
                <a:tc>
                  <a:txBody>
                    <a:bodyPr/>
                    <a:lstStyle/>
                    <a:p>
                      <a:pPr algn="r" fontAlgn="ctr"/>
                      <a:r>
                        <a:rPr lang="en-US" sz="900" b="0" cap="none" spc="0">
                          <a:solidFill>
                            <a:schemeClr val="bg1"/>
                          </a:solidFill>
                          <a:effectLst/>
                        </a:rPr>
                        <a:t>City</a:t>
                      </a:r>
                    </a:p>
                  </a:txBody>
                  <a:tcPr marL="75617" marR="21767" marT="58167" marB="58167" anchor="ctr">
                    <a:lnL w="12700" cmpd="sng">
                      <a:noFill/>
                    </a:lnL>
                    <a:lnR w="12700" cmpd="sng">
                      <a:noFill/>
                    </a:lnR>
                    <a:lnT w="19050" cap="flat" cmpd="sng" algn="ctr">
                      <a:noFill/>
                      <a:prstDash val="solid"/>
                    </a:lnT>
                    <a:lnB w="38100" cmpd="sng">
                      <a:noFill/>
                    </a:lnB>
                    <a:solidFill>
                      <a:schemeClr val="accent1"/>
                    </a:solidFill>
                  </a:tcPr>
                </a:tc>
                <a:tc>
                  <a:txBody>
                    <a:bodyPr/>
                    <a:lstStyle/>
                    <a:p>
                      <a:pPr algn="r" fontAlgn="ctr"/>
                      <a:r>
                        <a:rPr lang="en-US" sz="900" b="0" cap="none" spc="0">
                          <a:solidFill>
                            <a:schemeClr val="bg1"/>
                          </a:solidFill>
                          <a:effectLst/>
                        </a:rPr>
                        <a:t>State</a:t>
                      </a:r>
                    </a:p>
                  </a:txBody>
                  <a:tcPr marL="75617" marR="21767" marT="58167" marB="58167" anchor="ctr">
                    <a:lnL w="12700" cmpd="sng">
                      <a:noFill/>
                    </a:lnL>
                    <a:lnR w="12700" cmpd="sng">
                      <a:noFill/>
                    </a:lnR>
                    <a:lnT w="19050" cap="flat" cmpd="sng" algn="ctr">
                      <a:noFill/>
                      <a:prstDash val="solid"/>
                    </a:lnT>
                    <a:lnB w="38100" cmpd="sng">
                      <a:noFill/>
                    </a:lnB>
                    <a:solidFill>
                      <a:schemeClr val="accent1"/>
                    </a:solidFill>
                  </a:tcPr>
                </a:tc>
                <a:tc>
                  <a:txBody>
                    <a:bodyPr/>
                    <a:lstStyle/>
                    <a:p>
                      <a:pPr algn="r" fontAlgn="ctr"/>
                      <a:r>
                        <a:rPr lang="en-US" sz="900" b="0" cap="none" spc="0">
                          <a:solidFill>
                            <a:schemeClr val="bg1"/>
                          </a:solidFill>
                          <a:effectLst/>
                        </a:rPr>
                        <a:t>Vin</a:t>
                      </a:r>
                    </a:p>
                  </a:txBody>
                  <a:tcPr marL="75617" marR="21767" marT="58167" marB="58167" anchor="ctr">
                    <a:lnL w="12700" cmpd="sng">
                      <a:noFill/>
                    </a:lnL>
                    <a:lnR w="12700" cmpd="sng">
                      <a:noFill/>
                    </a:lnR>
                    <a:lnT w="19050" cap="flat" cmpd="sng" algn="ctr">
                      <a:noFill/>
                      <a:prstDash val="solid"/>
                    </a:lnT>
                    <a:lnB w="38100" cmpd="sng">
                      <a:noFill/>
                    </a:lnB>
                    <a:solidFill>
                      <a:schemeClr val="accent1"/>
                    </a:solidFill>
                  </a:tcPr>
                </a:tc>
                <a:tc>
                  <a:txBody>
                    <a:bodyPr/>
                    <a:lstStyle/>
                    <a:p>
                      <a:pPr algn="r" fontAlgn="ctr"/>
                      <a:r>
                        <a:rPr lang="en-US" sz="900" b="0" cap="none" spc="0">
                          <a:solidFill>
                            <a:schemeClr val="bg1"/>
                          </a:solidFill>
                          <a:effectLst/>
                        </a:rPr>
                        <a:t>Make</a:t>
                      </a:r>
                    </a:p>
                  </a:txBody>
                  <a:tcPr marL="75617" marR="21767" marT="58167" marB="58167" anchor="ctr">
                    <a:lnL w="12700" cmpd="sng">
                      <a:noFill/>
                    </a:lnL>
                    <a:lnR w="12700" cmpd="sng">
                      <a:noFill/>
                    </a:lnR>
                    <a:lnT w="19050" cap="flat" cmpd="sng" algn="ctr">
                      <a:noFill/>
                      <a:prstDash val="solid"/>
                    </a:lnT>
                    <a:lnB w="38100" cmpd="sng">
                      <a:noFill/>
                    </a:lnB>
                    <a:solidFill>
                      <a:schemeClr val="accent1"/>
                    </a:solidFill>
                  </a:tcPr>
                </a:tc>
                <a:tc>
                  <a:txBody>
                    <a:bodyPr/>
                    <a:lstStyle/>
                    <a:p>
                      <a:pPr algn="r" fontAlgn="ctr"/>
                      <a:r>
                        <a:rPr lang="en-US" sz="900" b="0" cap="none" spc="0">
                          <a:solidFill>
                            <a:schemeClr val="bg1"/>
                          </a:solidFill>
                          <a:effectLst/>
                        </a:rPr>
                        <a:t>Model</a:t>
                      </a:r>
                    </a:p>
                  </a:txBody>
                  <a:tcPr marL="75617" marR="21767" marT="58167" marB="58167" anchor="ctr">
                    <a:lnL w="12700" cmpd="sng">
                      <a:noFill/>
                    </a:lnL>
                    <a:lnR w="12700" cmpd="sng">
                      <a:noFill/>
                    </a:lnR>
                    <a:lnT w="19050" cap="flat" cmpd="sng" algn="ctr">
                      <a:noFill/>
                      <a:prstDash val="solid"/>
                    </a:lnT>
                    <a:lnB w="38100" cmpd="sng">
                      <a:noFill/>
                    </a:lnB>
                    <a:solidFill>
                      <a:schemeClr val="accent1"/>
                    </a:solidFill>
                  </a:tcPr>
                </a:tc>
                <a:tc>
                  <a:txBody>
                    <a:bodyPr/>
                    <a:lstStyle/>
                    <a:p>
                      <a:endParaRPr lang="en-US" sz="900" b="0" cap="none" spc="0">
                        <a:solidFill>
                          <a:schemeClr val="bg1"/>
                        </a:solidFill>
                      </a:endParaRPr>
                    </a:p>
                  </a:txBody>
                  <a:tcPr marL="75617" marR="21767" marT="58167" marB="58167"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2572603412"/>
                  </a:ext>
                </a:extLst>
              </a:tr>
              <a:tr h="275324">
                <a:tc>
                  <a:txBody>
                    <a:bodyPr/>
                    <a:lstStyle/>
                    <a:p>
                      <a:pPr algn="r" fontAlgn="ctr"/>
                      <a:r>
                        <a:rPr lang="en-US" sz="900" b="1" cap="none" spc="0">
                          <a:solidFill>
                            <a:schemeClr val="tx1"/>
                          </a:solidFill>
                          <a:effectLst/>
                        </a:rPr>
                        <a:t>64010</a:t>
                      </a:r>
                    </a:p>
                  </a:txBody>
                  <a:tcPr marL="75617" marR="21767" marT="58167" marB="58167" anchor="ctr">
                    <a:lnL w="38100" cap="flat" cmpd="sng" algn="ctr">
                      <a:noFill/>
                      <a:prstDash val="solid"/>
                    </a:lnL>
                    <a:lnR w="6350" cap="flat" cmpd="sng" algn="ctr">
                      <a:solidFill>
                        <a:schemeClr val="tx1">
                          <a:lumMod val="75000"/>
                          <a:lumOff val="25000"/>
                        </a:schemeClr>
                      </a:solidFill>
                      <a:prstDash val="solid"/>
                    </a:lnR>
                    <a:lnT w="38100" cmpd="sng">
                      <a:noFill/>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1500</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38100" cmpd="sng">
                      <a:noFill/>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2002</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38100" cmpd="sng">
                      <a:noFill/>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107885</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38100" cmpd="sng">
                      <a:noFill/>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Philadelphia</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38100" cmpd="sng">
                      <a:noFill/>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PA</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38100" cmpd="sng">
                      <a:noFill/>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2G4WS52J321276604</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38100" cmpd="sng">
                      <a:noFill/>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Buick</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38100" cmpd="sng">
                      <a:noFill/>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Century4dr</a:t>
                      </a:r>
                    </a:p>
                  </a:txBody>
                  <a:tcPr marL="75617" marR="21767" marT="58167" marB="58167" anchor="ctr">
                    <a:lnL w="6350" cap="flat" cmpd="sng" algn="ctr">
                      <a:solidFill>
                        <a:schemeClr val="tx1">
                          <a:lumMod val="75000"/>
                          <a:lumOff val="25000"/>
                        </a:schemeClr>
                      </a:solidFill>
                      <a:prstDash val="solid"/>
                    </a:lnL>
                    <a:lnR w="38100" cap="flat" cmpd="sng" algn="ctr">
                      <a:noFill/>
                      <a:prstDash val="solid"/>
                    </a:lnR>
                    <a:lnT w="38100" cmpd="sng">
                      <a:noFill/>
                    </a:lnT>
                    <a:lnB w="6350" cap="flat" cmpd="sng" algn="ctr">
                      <a:noFill/>
                      <a:prstDash val="solid"/>
                    </a:lnB>
                    <a:solidFill>
                      <a:srgbClr val="F2F2F2">
                        <a:alpha val="30196"/>
                      </a:srgbClr>
                    </a:solidFill>
                  </a:tcPr>
                </a:tc>
                <a:extLst>
                  <a:ext uri="{0D108BD9-81ED-4DB2-BD59-A6C34878D82A}">
                    <a16:rowId xmlns:a16="http://schemas.microsoft.com/office/drawing/2014/main" val="3288288731"/>
                  </a:ext>
                </a:extLst>
              </a:tr>
              <a:tr h="275324">
                <a:tc>
                  <a:txBody>
                    <a:bodyPr/>
                    <a:lstStyle/>
                    <a:p>
                      <a:pPr algn="r" fontAlgn="ctr"/>
                      <a:r>
                        <a:rPr lang="en-US" sz="900" b="1" cap="none" spc="0">
                          <a:solidFill>
                            <a:schemeClr val="tx1"/>
                          </a:solidFill>
                          <a:effectLst/>
                        </a:rPr>
                        <a:t>64965</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1500</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1998</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100296</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Levittown</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PA</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2G4WY52M9W1574802</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Buick</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Century4dr</a:t>
                      </a:r>
                    </a:p>
                  </a:txBody>
                  <a:tcPr marL="75617" marR="21767" marT="58167" marB="58167"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496911914"/>
                  </a:ext>
                </a:extLst>
              </a:tr>
              <a:tr h="275324">
                <a:tc>
                  <a:txBody>
                    <a:bodyPr/>
                    <a:lstStyle/>
                    <a:p>
                      <a:pPr algn="r" fontAlgn="ctr"/>
                      <a:r>
                        <a:rPr lang="en-US" sz="900" b="1" cap="none" spc="0">
                          <a:solidFill>
                            <a:schemeClr val="tx1"/>
                          </a:solidFill>
                          <a:effectLst/>
                        </a:rPr>
                        <a:t>67075</a:t>
                      </a:r>
                    </a:p>
                  </a:txBody>
                  <a:tcPr marL="75617" marR="21767" marT="58167" marB="58167" anchor="ctr">
                    <a:lnL w="38100" cap="flat" cmpd="sng" algn="ctr">
                      <a:no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1500</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1998</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177213</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South Jordan</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UT</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1G4CU5219W4643710</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Buick</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Park</a:t>
                      </a:r>
                    </a:p>
                  </a:txBody>
                  <a:tcPr marL="75617" marR="21767" marT="58167" marB="58167" anchor="ctr">
                    <a:lnL w="6350" cap="flat" cmpd="sng" algn="ctr">
                      <a:solidFill>
                        <a:schemeClr val="tx1">
                          <a:lumMod val="75000"/>
                          <a:lumOff val="25000"/>
                        </a:schemeClr>
                      </a:solidFill>
                      <a:prstDash val="solid"/>
                    </a:lnL>
                    <a:lnR w="38100" cap="flat" cmpd="sng" algn="ctr">
                      <a:noFill/>
                      <a:prstDash val="solid"/>
                    </a:lnR>
                    <a:lnT w="12700" cmpd="sng">
                      <a:noFill/>
                      <a:prstDash val="solid"/>
                    </a:lnT>
                    <a:lnB w="6350" cap="flat" cmpd="sng" algn="ctr">
                      <a:noFill/>
                      <a:prstDash val="solid"/>
                    </a:lnB>
                    <a:solidFill>
                      <a:srgbClr val="F2F2F2">
                        <a:alpha val="30196"/>
                      </a:srgbClr>
                    </a:solidFill>
                  </a:tcPr>
                </a:tc>
                <a:extLst>
                  <a:ext uri="{0D108BD9-81ED-4DB2-BD59-A6C34878D82A}">
                    <a16:rowId xmlns:a16="http://schemas.microsoft.com/office/drawing/2014/main" val="4025403972"/>
                  </a:ext>
                </a:extLst>
              </a:tr>
              <a:tr h="275324">
                <a:tc>
                  <a:txBody>
                    <a:bodyPr/>
                    <a:lstStyle/>
                    <a:p>
                      <a:pPr algn="r" fontAlgn="ctr"/>
                      <a:r>
                        <a:rPr lang="en-US" sz="900" b="1" cap="none" spc="0">
                          <a:solidFill>
                            <a:schemeClr val="tx1"/>
                          </a:solidFill>
                          <a:effectLst/>
                        </a:rPr>
                        <a:t>68710</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1500</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1999</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160000</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Newark</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NJ</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2G4WB52K6X1507138</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Buick</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Regal4dr</a:t>
                      </a:r>
                    </a:p>
                  </a:txBody>
                  <a:tcPr marL="75617" marR="21767" marT="58167" marB="58167"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235222107"/>
                  </a:ext>
                </a:extLst>
              </a:tr>
              <a:tr h="275324">
                <a:tc>
                  <a:txBody>
                    <a:bodyPr/>
                    <a:lstStyle/>
                    <a:p>
                      <a:pPr algn="r" fontAlgn="ctr"/>
                      <a:r>
                        <a:rPr lang="en-US" sz="900" b="1" cap="none" spc="0">
                          <a:solidFill>
                            <a:schemeClr val="tx1"/>
                          </a:solidFill>
                          <a:effectLst/>
                        </a:rPr>
                        <a:t>102581</a:t>
                      </a:r>
                    </a:p>
                  </a:txBody>
                  <a:tcPr marL="75617" marR="21767" marT="58167" marB="58167" anchor="ctr">
                    <a:lnL w="38100" cap="flat" cmpd="sng" algn="ctr">
                      <a:no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1500</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2009</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129703</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Lakewood</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NJ</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KL1TD56E69B664751</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Chevrolet</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Aveo4dr</a:t>
                      </a:r>
                    </a:p>
                  </a:txBody>
                  <a:tcPr marL="75617" marR="21767" marT="58167" marB="58167" anchor="ctr">
                    <a:lnL w="6350" cap="flat" cmpd="sng" algn="ctr">
                      <a:solidFill>
                        <a:schemeClr val="tx1">
                          <a:lumMod val="75000"/>
                          <a:lumOff val="25000"/>
                        </a:schemeClr>
                      </a:solidFill>
                      <a:prstDash val="solid"/>
                    </a:lnL>
                    <a:lnR w="38100" cap="flat" cmpd="sng" algn="ctr">
                      <a:noFill/>
                      <a:prstDash val="solid"/>
                    </a:lnR>
                    <a:lnT w="12700" cmpd="sng">
                      <a:noFill/>
                      <a:prstDash val="solid"/>
                    </a:lnT>
                    <a:lnB w="6350" cap="flat" cmpd="sng" algn="ctr">
                      <a:noFill/>
                      <a:prstDash val="solid"/>
                    </a:lnB>
                    <a:solidFill>
                      <a:srgbClr val="F2F2F2">
                        <a:alpha val="30196"/>
                      </a:srgbClr>
                    </a:solidFill>
                  </a:tcPr>
                </a:tc>
                <a:extLst>
                  <a:ext uri="{0D108BD9-81ED-4DB2-BD59-A6C34878D82A}">
                    <a16:rowId xmlns:a16="http://schemas.microsoft.com/office/drawing/2014/main" val="709171567"/>
                  </a:ext>
                </a:extLst>
              </a:tr>
              <a:tr h="275324">
                <a:tc>
                  <a:txBody>
                    <a:bodyPr/>
                    <a:lstStyle/>
                    <a:p>
                      <a:pPr algn="r" fontAlgn="ctr"/>
                      <a:r>
                        <a:rPr lang="en-US" sz="900" b="1" cap="none" spc="0">
                          <a:solidFill>
                            <a:schemeClr val="tx1"/>
                          </a:solidFill>
                          <a:effectLst/>
                        </a:rPr>
                        <a:t>...</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a:t>
                      </a:r>
                    </a:p>
                  </a:txBody>
                  <a:tcPr marL="75617" marR="21767" marT="58167" marB="58167"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254493807"/>
                  </a:ext>
                </a:extLst>
              </a:tr>
              <a:tr h="275324">
                <a:tc>
                  <a:txBody>
                    <a:bodyPr/>
                    <a:lstStyle/>
                    <a:p>
                      <a:pPr algn="r" fontAlgn="ctr"/>
                      <a:r>
                        <a:rPr lang="en-US" sz="900" b="1" cap="none" spc="0">
                          <a:solidFill>
                            <a:schemeClr val="tx1"/>
                          </a:solidFill>
                          <a:effectLst/>
                        </a:rPr>
                        <a:t>699677</a:t>
                      </a:r>
                    </a:p>
                  </a:txBody>
                  <a:tcPr marL="75617" marR="21767" marT="58167" marB="58167" anchor="ctr">
                    <a:lnL w="38100" cap="flat" cmpd="sng" algn="ctr">
                      <a:no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1500</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2004</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220147</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Hillsdale</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MI</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1G2NW52E54C120668</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Pontiac</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Grand</a:t>
                      </a:r>
                    </a:p>
                  </a:txBody>
                  <a:tcPr marL="75617" marR="21767" marT="58167" marB="58167" anchor="ctr">
                    <a:lnL w="6350" cap="flat" cmpd="sng" algn="ctr">
                      <a:solidFill>
                        <a:schemeClr val="tx1">
                          <a:lumMod val="75000"/>
                          <a:lumOff val="25000"/>
                        </a:schemeClr>
                      </a:solidFill>
                      <a:prstDash val="solid"/>
                    </a:lnL>
                    <a:lnR w="38100" cap="flat" cmpd="sng" algn="ctr">
                      <a:noFill/>
                      <a:prstDash val="solid"/>
                    </a:lnR>
                    <a:lnT w="12700" cmpd="sng">
                      <a:noFill/>
                      <a:prstDash val="solid"/>
                    </a:lnT>
                    <a:lnB w="6350" cap="flat" cmpd="sng" algn="ctr">
                      <a:noFill/>
                      <a:prstDash val="solid"/>
                    </a:lnB>
                    <a:solidFill>
                      <a:srgbClr val="F2F2F2">
                        <a:alpha val="30196"/>
                      </a:srgbClr>
                    </a:solidFill>
                  </a:tcPr>
                </a:tc>
                <a:extLst>
                  <a:ext uri="{0D108BD9-81ED-4DB2-BD59-A6C34878D82A}">
                    <a16:rowId xmlns:a16="http://schemas.microsoft.com/office/drawing/2014/main" val="522021069"/>
                  </a:ext>
                </a:extLst>
              </a:tr>
              <a:tr h="275324">
                <a:tc>
                  <a:txBody>
                    <a:bodyPr/>
                    <a:lstStyle/>
                    <a:p>
                      <a:pPr algn="r" fontAlgn="ctr"/>
                      <a:r>
                        <a:rPr lang="en-US" sz="900" b="1" cap="none" spc="0">
                          <a:solidFill>
                            <a:schemeClr val="tx1"/>
                          </a:solidFill>
                          <a:effectLst/>
                        </a:rPr>
                        <a:t>725042</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1500</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2001</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171087</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Medina</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OH</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1G8ZP12821Z215009</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Saturn</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SC</a:t>
                      </a:r>
                    </a:p>
                  </a:txBody>
                  <a:tcPr marL="75617" marR="21767" marT="58167" marB="58167"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834763594"/>
                  </a:ext>
                </a:extLst>
              </a:tr>
              <a:tr h="275324">
                <a:tc>
                  <a:txBody>
                    <a:bodyPr/>
                    <a:lstStyle/>
                    <a:p>
                      <a:pPr algn="r" fontAlgn="ctr"/>
                      <a:r>
                        <a:rPr lang="en-US" sz="900" b="1" cap="none" spc="0">
                          <a:solidFill>
                            <a:schemeClr val="tx1"/>
                          </a:solidFill>
                          <a:effectLst/>
                        </a:rPr>
                        <a:t>799006</a:t>
                      </a:r>
                    </a:p>
                  </a:txBody>
                  <a:tcPr marL="75617" marR="21767" marT="58167" marB="58167" anchor="ctr">
                    <a:lnL w="38100" cap="flat" cmpd="sng" algn="ctr">
                      <a:no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1500</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1997</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274907</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Newark</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NJ</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4T1BF22K3VU910383</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Toyota</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Camry4dr</a:t>
                      </a:r>
                    </a:p>
                  </a:txBody>
                  <a:tcPr marL="75617" marR="21767" marT="58167" marB="58167" anchor="ctr">
                    <a:lnL w="6350" cap="flat" cmpd="sng" algn="ctr">
                      <a:solidFill>
                        <a:schemeClr val="tx1">
                          <a:lumMod val="75000"/>
                          <a:lumOff val="25000"/>
                        </a:schemeClr>
                      </a:solidFill>
                      <a:prstDash val="solid"/>
                    </a:lnL>
                    <a:lnR w="38100" cap="flat" cmpd="sng" algn="ctr">
                      <a:noFill/>
                      <a:prstDash val="solid"/>
                    </a:lnR>
                    <a:lnT w="12700" cmpd="sng">
                      <a:noFill/>
                      <a:prstDash val="solid"/>
                    </a:lnT>
                    <a:lnB w="6350" cap="flat" cmpd="sng" algn="ctr">
                      <a:noFill/>
                      <a:prstDash val="solid"/>
                    </a:lnB>
                    <a:solidFill>
                      <a:srgbClr val="F2F2F2">
                        <a:alpha val="30196"/>
                      </a:srgbClr>
                    </a:solidFill>
                  </a:tcPr>
                </a:tc>
                <a:extLst>
                  <a:ext uri="{0D108BD9-81ED-4DB2-BD59-A6C34878D82A}">
                    <a16:rowId xmlns:a16="http://schemas.microsoft.com/office/drawing/2014/main" val="2824685413"/>
                  </a:ext>
                </a:extLst>
              </a:tr>
              <a:tr h="275324">
                <a:tc>
                  <a:txBody>
                    <a:bodyPr/>
                    <a:lstStyle/>
                    <a:p>
                      <a:pPr algn="r" fontAlgn="ctr"/>
                      <a:r>
                        <a:rPr lang="en-US" sz="900" b="1" cap="none" spc="0">
                          <a:solidFill>
                            <a:schemeClr val="tx1"/>
                          </a:solidFill>
                          <a:effectLst/>
                        </a:rPr>
                        <a:t>838989</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1500</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2001</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136301</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McCook</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IL</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WVWPD63B61P285315</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Volkswagen</a:t>
                      </a:r>
                    </a:p>
                  </a:txBody>
                  <a:tcPr marL="75617" marR="21767" marT="58167" marB="58167"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algn="r" fontAlgn="ctr"/>
                      <a:r>
                        <a:rPr lang="en-US" sz="900" cap="none" spc="0">
                          <a:solidFill>
                            <a:schemeClr val="tx1"/>
                          </a:solidFill>
                          <a:effectLst/>
                        </a:rPr>
                        <a:t>New</a:t>
                      </a:r>
                    </a:p>
                  </a:txBody>
                  <a:tcPr marL="75617" marR="21767" marT="58167" marB="58167"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063298367"/>
                  </a:ext>
                </a:extLst>
              </a:tr>
              <a:tr h="275324">
                <a:tc>
                  <a:txBody>
                    <a:bodyPr/>
                    <a:lstStyle/>
                    <a:p>
                      <a:pPr algn="r" fontAlgn="ctr"/>
                      <a:r>
                        <a:rPr lang="en-US" sz="900" b="1" cap="none" spc="0">
                          <a:solidFill>
                            <a:schemeClr val="tx1"/>
                          </a:solidFill>
                          <a:effectLst/>
                        </a:rPr>
                        <a:t>851197</a:t>
                      </a:r>
                    </a:p>
                  </a:txBody>
                  <a:tcPr marL="75617" marR="21767" marT="58167" marB="58167" anchor="ctr">
                    <a:lnL w="38100" cap="flat" cmpd="sng" algn="ctr">
                      <a:noFill/>
                      <a:prstDash val="solid"/>
                    </a:lnL>
                    <a:lnR w="6350" cap="flat" cmpd="sng" algn="ctr">
                      <a:solidFill>
                        <a:schemeClr val="tx1">
                          <a:lumMod val="75000"/>
                          <a:lumOff val="25000"/>
                        </a:schemeClr>
                      </a:solidFill>
                      <a:prstDash val="solid"/>
                    </a:lnR>
                    <a:lnT w="12700" cmpd="sng">
                      <a:noFill/>
                      <a:prstDash val="solid"/>
                    </a:lnT>
                    <a:lnB w="3810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1500</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3810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2002</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3810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181020</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3810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Newark</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3810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NJ</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3810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YV1RS61RX22195947</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3810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Volvo</a:t>
                      </a:r>
                    </a:p>
                  </a:txBody>
                  <a:tcPr marL="75617" marR="21767" marT="58167" marB="58167"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38100" cap="flat" cmpd="sng" algn="ctr">
                      <a:noFill/>
                      <a:prstDash val="solid"/>
                    </a:lnB>
                    <a:solidFill>
                      <a:srgbClr val="F2F2F2">
                        <a:alpha val="30196"/>
                      </a:srgbClr>
                    </a:solidFill>
                  </a:tcPr>
                </a:tc>
                <a:tc>
                  <a:txBody>
                    <a:bodyPr/>
                    <a:lstStyle/>
                    <a:p>
                      <a:pPr algn="r" fontAlgn="ctr"/>
                      <a:r>
                        <a:rPr lang="en-US" sz="900" cap="none" spc="0">
                          <a:solidFill>
                            <a:schemeClr val="tx1"/>
                          </a:solidFill>
                          <a:effectLst/>
                        </a:rPr>
                        <a:t>S602.4</a:t>
                      </a:r>
                    </a:p>
                  </a:txBody>
                  <a:tcPr marL="75617" marR="21767" marT="58167" marB="58167" anchor="ctr">
                    <a:lnL w="6350" cap="flat" cmpd="sng" algn="ctr">
                      <a:solidFill>
                        <a:schemeClr val="tx1">
                          <a:lumMod val="75000"/>
                          <a:lumOff val="25000"/>
                        </a:schemeClr>
                      </a:solidFill>
                      <a:prstDash val="solid"/>
                    </a:lnL>
                    <a:lnR w="38100" cap="flat" cmpd="sng" algn="ctr">
                      <a:noFill/>
                      <a:prstDash val="solid"/>
                    </a:lnR>
                    <a:lnT w="12700" cmpd="sng">
                      <a:noFill/>
                      <a:prstDash val="solid"/>
                    </a:lnT>
                    <a:lnB w="38100" cap="flat" cmpd="sng" algn="ctr">
                      <a:noFill/>
                      <a:prstDash val="solid"/>
                    </a:lnB>
                    <a:solidFill>
                      <a:srgbClr val="F2F2F2">
                        <a:alpha val="30196"/>
                      </a:srgbClr>
                    </a:solidFill>
                  </a:tcPr>
                </a:tc>
                <a:extLst>
                  <a:ext uri="{0D108BD9-81ED-4DB2-BD59-A6C34878D82A}">
                    <a16:rowId xmlns:a16="http://schemas.microsoft.com/office/drawing/2014/main" val="3231932107"/>
                  </a:ext>
                </a:extLst>
              </a:tr>
            </a:tbl>
          </a:graphicData>
        </a:graphic>
      </p:graphicFrame>
    </p:spTree>
    <p:extLst>
      <p:ext uri="{BB962C8B-B14F-4D97-AF65-F5344CB8AC3E}">
        <p14:creationId xmlns:p14="http://schemas.microsoft.com/office/powerpoint/2010/main" val="37962747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D8F21-D21F-4A44-A4E1-E80332DCA7CD}"/>
              </a:ext>
            </a:extLst>
          </p:cNvPr>
          <p:cNvSpPr>
            <a:spLocks noGrp="1"/>
          </p:cNvSpPr>
          <p:nvPr>
            <p:ph type="title"/>
          </p:nvPr>
        </p:nvSpPr>
        <p:spPr/>
        <p:txBody>
          <a:bodyPr/>
          <a:lstStyle/>
          <a:p>
            <a:r>
              <a:rPr lang="en-US" dirty="0"/>
              <a:t>The Best Model</a:t>
            </a:r>
          </a:p>
        </p:txBody>
      </p:sp>
      <p:sp>
        <p:nvSpPr>
          <p:cNvPr id="3" name="Content Placeholder 2">
            <a:extLst>
              <a:ext uri="{FF2B5EF4-FFF2-40B4-BE49-F238E27FC236}">
                <a16:creationId xmlns:a16="http://schemas.microsoft.com/office/drawing/2014/main" id="{8388E64A-1D3D-490E-875F-01D7F083571F}"/>
              </a:ext>
            </a:extLst>
          </p:cNvPr>
          <p:cNvSpPr>
            <a:spLocks noGrp="1"/>
          </p:cNvSpPr>
          <p:nvPr>
            <p:ph idx="1"/>
          </p:nvPr>
        </p:nvSpPr>
        <p:spPr>
          <a:xfrm>
            <a:off x="688712" y="3429000"/>
            <a:ext cx="10353762" cy="3695136"/>
          </a:xfrm>
        </p:spPr>
        <p:txBody>
          <a:bodyPr>
            <a:normAutofit/>
          </a:bodyPr>
          <a:lstStyle/>
          <a:p>
            <a:pPr algn="ctr"/>
            <a:r>
              <a:rPr lang="en-US" sz="4000" dirty="0"/>
              <a:t>Linear Regression</a:t>
            </a:r>
          </a:p>
        </p:txBody>
      </p:sp>
    </p:spTree>
    <p:extLst>
      <p:ext uri="{BB962C8B-B14F-4D97-AF65-F5344CB8AC3E}">
        <p14:creationId xmlns:p14="http://schemas.microsoft.com/office/powerpoint/2010/main" val="4219124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26F442-BD6D-40C1-9EA6-3402014CFDBF}"/>
              </a:ext>
            </a:extLst>
          </p:cNvPr>
          <p:cNvSpPr>
            <a:spLocks noGrp="1"/>
          </p:cNvSpPr>
          <p:nvPr>
            <p:ph idx="1"/>
          </p:nvPr>
        </p:nvSpPr>
        <p:spPr>
          <a:xfrm>
            <a:off x="576170" y="2841652"/>
            <a:ext cx="10353762" cy="3695136"/>
          </a:xfrm>
        </p:spPr>
        <p:txBody>
          <a:bodyPr>
            <a:normAutofit/>
          </a:bodyPr>
          <a:lstStyle/>
          <a:p>
            <a:pPr algn="ctr"/>
            <a:r>
              <a:rPr lang="en-US" sz="5000" dirty="0"/>
              <a:t>Thanks</a:t>
            </a:r>
          </a:p>
        </p:txBody>
      </p:sp>
    </p:spTree>
    <p:extLst>
      <p:ext uri="{BB962C8B-B14F-4D97-AF65-F5344CB8AC3E}">
        <p14:creationId xmlns:p14="http://schemas.microsoft.com/office/powerpoint/2010/main" val="25698061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30</TotalTime>
  <Words>443</Words>
  <Application>Microsoft Office PowerPoint</Application>
  <PresentationFormat>Widescreen</PresentationFormat>
  <Paragraphs>188</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Bookman Old Style</vt:lpstr>
      <vt:lpstr>Calibri</vt:lpstr>
      <vt:lpstr>Courier New</vt:lpstr>
      <vt:lpstr>Rockwell</vt:lpstr>
      <vt:lpstr>YADLjI9qxTA 0</vt:lpstr>
      <vt:lpstr>Damask</vt:lpstr>
      <vt:lpstr>Used car price Predictions In US</vt:lpstr>
      <vt:lpstr>Problem:</vt:lpstr>
      <vt:lpstr>Target:</vt:lpstr>
      <vt:lpstr>Data Consisting: </vt:lpstr>
      <vt:lpstr>Data Description</vt:lpstr>
      <vt:lpstr>Preprocessing </vt:lpstr>
      <vt:lpstr>Analyzing Data</vt:lpstr>
      <vt:lpstr>Analyzing Data</vt:lpstr>
      <vt:lpstr>Max Price</vt:lpstr>
      <vt:lpstr>Min Price</vt:lpstr>
      <vt:lpstr>The Best Model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Used car price Predictions In US</dc:title>
  <dc:creator>Basem Mohamed Abodraiaa</dc:creator>
  <cp:lastModifiedBy>Basem Mohamed Abodraiaa</cp:lastModifiedBy>
  <cp:revision>1</cp:revision>
  <dcterms:created xsi:type="dcterms:W3CDTF">2022-09-25T08:18:52Z</dcterms:created>
  <dcterms:modified xsi:type="dcterms:W3CDTF">2022-09-25T08:49:20Z</dcterms:modified>
</cp:coreProperties>
</file>